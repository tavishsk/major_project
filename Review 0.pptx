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17"/>
  </p:notesMasterIdLst>
  <p:sldIdLst>
    <p:sldId id="256" r:id="rId2"/>
    <p:sldId id="258" r:id="rId3"/>
    <p:sldId id="268" r:id="rId4"/>
    <p:sldId id="260" r:id="rId5"/>
    <p:sldId id="261" r:id="rId6"/>
    <p:sldId id="262" r:id="rId7"/>
    <p:sldId id="264" r:id="rId8"/>
    <p:sldId id="265" r:id="rId9"/>
    <p:sldId id="272" r:id="rId10"/>
    <p:sldId id="280" r:id="rId11"/>
    <p:sldId id="281" r:id="rId12"/>
    <p:sldId id="267" r:id="rId13"/>
    <p:sldId id="283"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F7448E1-C2A3-4423-9029-A5CD3447281A}">
          <p14:sldIdLst>
            <p14:sldId id="256"/>
            <p14:sldId id="258"/>
            <p14:sldId id="268"/>
            <p14:sldId id="260"/>
            <p14:sldId id="261"/>
            <p14:sldId id="262"/>
            <p14:sldId id="264"/>
            <p14:sldId id="265"/>
            <p14:sldId id="272"/>
            <p14:sldId id="280"/>
            <p14:sldId id="281"/>
            <p14:sldId id="267"/>
            <p14:sldId id="283"/>
            <p14:sldId id="269"/>
            <p14:sldId id="270"/>
          </p14:sldIdLst>
        </p14:section>
        <p14:section name="Untitled Section" id="{E332F819-F576-4591-B817-9DE1938680C9}">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6ECF4F-BD54-C605-8558-728058FC0516}" v="12" dt="2025-09-29T16:52:04.240"/>
    <p1510:client id="{4DE7C0BF-80A3-7F8B-AABF-0A8D846A4D8C}" v="124" dt="2025-09-29T15:23:31.728"/>
    <p1510:client id="{7E150911-9501-F5D5-2E70-95D450725FD5}" v="6" dt="2025-09-30T05:59:27.063"/>
    <p1510:client id="{87D065A4-7310-8356-C691-9BA883D49AB8}" v="174" dt="2025-09-29T13:05:24.688"/>
    <p1510:client id="{ACBE7D28-C891-3851-DE07-1AC09B8D2E8C}" v="6" dt="2025-09-30T05:36:59.088"/>
    <p1510:client id="{C934C66A-2A6D-9798-C75D-F74E31C41CAD}" v="18" dt="2025-09-29T17:43:30.630"/>
    <p1510:client id="{DA53F44D-EB49-913C-D9A2-08942427201C}" v="113" dt="2025-09-30T05:12:29.856"/>
    <p1510:client id="{EC134BDA-0424-D15B-8CF2-4A9957FB6421}" v="272" dt="2025-09-30T05:58:48.699"/>
    <p1510:client id="{F56AFC2F-C752-D384-E324-F51443F56C4D}" v="119" dt="2025-09-29T15:29:12.8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236" y="28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ACBE7D28-C891-3851-DE07-1AC09B8D2E8C}"/>
    <pc:docChg chg="modSld">
      <pc:chgData name="Guest User" userId="" providerId="Windows Live" clId="Web-{ACBE7D28-C891-3851-DE07-1AC09B8D2E8C}" dt="2025-09-30T05:36:57.744" v="0" actId="20577"/>
      <pc:docMkLst>
        <pc:docMk/>
      </pc:docMkLst>
      <pc:sldChg chg="modSp">
        <pc:chgData name="Guest User" userId="" providerId="Windows Live" clId="Web-{ACBE7D28-C891-3851-DE07-1AC09B8D2E8C}" dt="2025-09-30T05:36:57.744" v="0" actId="20577"/>
        <pc:sldMkLst>
          <pc:docMk/>
          <pc:sldMk cId="4034495896" sldId="256"/>
        </pc:sldMkLst>
        <pc:spChg chg="mod">
          <ac:chgData name="Guest User" userId="" providerId="Windows Live" clId="Web-{ACBE7D28-C891-3851-DE07-1AC09B8D2E8C}" dt="2025-09-30T05:36:57.744" v="0" actId="20577"/>
          <ac:spMkLst>
            <pc:docMk/>
            <pc:sldMk cId="4034495896" sldId="256"/>
            <ac:spMk id="5" creationId="{FE0920C1-56EE-1739-36AE-C576671135FD}"/>
          </ac:spMkLst>
        </pc:spChg>
      </pc:sldChg>
    </pc:docChg>
  </pc:docChgLst>
  <pc:docChgLst>
    <pc:chgData name="Guest User" providerId="Windows Live" clId="Web-{5A4EE10B-FE6F-C44C-AD7F-FB1493EB8A43}"/>
    <pc:docChg chg="modSld sldOrd">
      <pc:chgData name="Guest User" userId="" providerId="Windows Live" clId="Web-{5A4EE10B-FE6F-C44C-AD7F-FB1493EB8A43}" dt="2025-09-18T19:11:42.428" v="7"/>
      <pc:docMkLst>
        <pc:docMk/>
      </pc:docMkLst>
      <pc:sldChg chg="ord">
        <pc:chgData name="Guest User" userId="" providerId="Windows Live" clId="Web-{5A4EE10B-FE6F-C44C-AD7F-FB1493EB8A43}" dt="2025-09-18T18:48:01.812" v="0"/>
        <pc:sldMkLst>
          <pc:docMk/>
          <pc:sldMk cId="295915647" sldId="261"/>
        </pc:sldMkLst>
      </pc:sldChg>
      <pc:sldChg chg="modSp">
        <pc:chgData name="Guest User" userId="" providerId="Windows Live" clId="Web-{5A4EE10B-FE6F-C44C-AD7F-FB1493EB8A43}" dt="2025-09-18T19:11:42.428" v="7"/>
        <pc:sldMkLst>
          <pc:docMk/>
          <pc:sldMk cId="799629777" sldId="277"/>
        </pc:sldMkLst>
        <pc:graphicFrameChg chg="modGraphic">
          <ac:chgData name="Guest User" userId="" providerId="Windows Live" clId="Web-{5A4EE10B-FE6F-C44C-AD7F-FB1493EB8A43}" dt="2025-09-18T19:11:42.428" v="7"/>
          <ac:graphicFrameMkLst>
            <pc:docMk/>
            <pc:sldMk cId="799629777" sldId="277"/>
            <ac:graphicFrameMk id="5" creationId="{484C73F4-D303-20A0-FC0B-62149EE521E9}"/>
          </ac:graphicFrameMkLst>
        </pc:graphicFrameChg>
      </pc:sldChg>
    </pc:docChg>
  </pc:docChgLst>
  <pc:docChgLst>
    <pc:chgData name="Guest User" providerId="Windows Live" clId="Web-{F56AFC2F-C752-D384-E324-F51443F56C4D}"/>
    <pc:docChg chg="modSld">
      <pc:chgData name="Guest User" userId="" providerId="Windows Live" clId="Web-{F56AFC2F-C752-D384-E324-F51443F56C4D}" dt="2025-09-29T15:29:09.353" v="75"/>
      <pc:docMkLst>
        <pc:docMk/>
      </pc:docMkLst>
      <pc:sldChg chg="addSp modSp">
        <pc:chgData name="Guest User" userId="" providerId="Windows Live" clId="Web-{F56AFC2F-C752-D384-E324-F51443F56C4D}" dt="2025-09-29T15:29:09.353" v="75"/>
        <pc:sldMkLst>
          <pc:docMk/>
          <pc:sldMk cId="799629777" sldId="277"/>
        </pc:sldMkLst>
        <pc:graphicFrameChg chg="mod modGraphic">
          <ac:chgData name="Guest User" userId="" providerId="Windows Live" clId="Web-{F56AFC2F-C752-D384-E324-F51443F56C4D}" dt="2025-09-29T15:28:15.915" v="34"/>
          <ac:graphicFrameMkLst>
            <pc:docMk/>
            <pc:sldMk cId="799629777" sldId="277"/>
            <ac:graphicFrameMk id="5" creationId="{484C73F4-D303-20A0-FC0B-62149EE521E9}"/>
          </ac:graphicFrameMkLst>
        </pc:graphicFrameChg>
        <pc:graphicFrameChg chg="add mod modGraphic">
          <ac:chgData name="Guest User" userId="" providerId="Windows Live" clId="Web-{F56AFC2F-C752-D384-E324-F51443F56C4D}" dt="2025-09-29T15:29:09.353" v="75"/>
          <ac:graphicFrameMkLst>
            <pc:docMk/>
            <pc:sldMk cId="799629777" sldId="277"/>
            <ac:graphicFrameMk id="6" creationId="{F8D121E9-8C23-5061-AA0E-7295F568D874}"/>
          </ac:graphicFrameMkLst>
        </pc:graphicFrameChg>
      </pc:sldChg>
    </pc:docChg>
  </pc:docChgLst>
  <pc:docChgLst>
    <pc:chgData name="Guest User" providerId="Windows Live" clId="Web-{370F3CC1-1704-C3BA-B11D-F8E68513A6BC}"/>
    <pc:docChg chg="modSld">
      <pc:chgData name="Guest User" userId="" providerId="Windows Live" clId="Web-{370F3CC1-1704-C3BA-B11D-F8E68513A6BC}" dt="2025-09-18T16:58:26.688" v="8" actId="20577"/>
      <pc:docMkLst>
        <pc:docMk/>
      </pc:docMkLst>
    </pc:docChg>
  </pc:docChgLst>
  <pc:docChgLst>
    <pc:chgData name="Guest User" providerId="Windows Live" clId="Web-{58694ABD-E376-6A0F-83CF-DD31D34D2516}"/>
    <pc:docChg chg="modSld">
      <pc:chgData name="Guest User" userId="" providerId="Windows Live" clId="Web-{58694ABD-E376-6A0F-83CF-DD31D34D2516}" dt="2025-09-19T08:11:45.856" v="10" actId="20577"/>
      <pc:docMkLst>
        <pc:docMk/>
      </pc:docMkLst>
      <pc:sldChg chg="modSp">
        <pc:chgData name="Guest User" userId="" providerId="Windows Live" clId="Web-{58694ABD-E376-6A0F-83CF-DD31D34D2516}" dt="2025-09-19T08:11:45.856" v="10" actId="20577"/>
        <pc:sldMkLst>
          <pc:docMk/>
          <pc:sldMk cId="1621636304" sldId="267"/>
        </pc:sldMkLst>
        <pc:spChg chg="mod">
          <ac:chgData name="Guest User" userId="" providerId="Windows Live" clId="Web-{58694ABD-E376-6A0F-83CF-DD31D34D2516}" dt="2025-09-19T08:11:45.856" v="10" actId="20577"/>
          <ac:spMkLst>
            <pc:docMk/>
            <pc:sldMk cId="1621636304" sldId="267"/>
            <ac:spMk id="5" creationId="{F1E77937-1172-1021-0690-0A909A0316A3}"/>
          </ac:spMkLst>
        </pc:spChg>
      </pc:sldChg>
    </pc:docChg>
  </pc:docChgLst>
  <pc:docChgLst>
    <pc:chgData name="Vishal Joshi" userId="ebefdeef05fc1acd" providerId="Windows Live" clId="Web-{B5B57FD3-3096-423B-BD3C-1ACE696B9921}"/>
    <pc:docChg chg="modSld">
      <pc:chgData name="Vishal Joshi" userId="ebefdeef05fc1acd" providerId="Windows Live" clId="Web-{B5B57FD3-3096-423B-BD3C-1ACE696B9921}" dt="2025-09-19T06:24:05.280" v="1" actId="20577"/>
      <pc:docMkLst>
        <pc:docMk/>
      </pc:docMkLst>
    </pc:docChg>
  </pc:docChgLst>
  <pc:docChgLst>
    <pc:chgData name="Guest User" providerId="Windows Live" clId="Web-{4DE7C0BF-80A3-7F8B-AABF-0A8D846A4D8C}"/>
    <pc:docChg chg="addSld modSld modSection">
      <pc:chgData name="Guest User" userId="" providerId="Windows Live" clId="Web-{4DE7C0BF-80A3-7F8B-AABF-0A8D846A4D8C}" dt="2025-09-29T15:23:31.369" v="101" actId="20577"/>
      <pc:docMkLst>
        <pc:docMk/>
      </pc:docMkLst>
      <pc:sldChg chg="modSp">
        <pc:chgData name="Guest User" userId="" providerId="Windows Live" clId="Web-{4DE7C0BF-80A3-7F8B-AABF-0A8D846A4D8C}" dt="2025-09-29T15:16:44.473" v="7" actId="20577"/>
        <pc:sldMkLst>
          <pc:docMk/>
          <pc:sldMk cId="1206768533" sldId="264"/>
        </pc:sldMkLst>
        <pc:spChg chg="mod">
          <ac:chgData name="Guest User" userId="" providerId="Windows Live" clId="Web-{4DE7C0BF-80A3-7F8B-AABF-0A8D846A4D8C}" dt="2025-09-29T15:16:44.473" v="7" actId="20577"/>
          <ac:spMkLst>
            <pc:docMk/>
            <pc:sldMk cId="1206768533" sldId="264"/>
            <ac:spMk id="5" creationId="{E94AE043-2F27-A5D2-BA4E-9E0464CEEBF4}"/>
          </ac:spMkLst>
        </pc:spChg>
      </pc:sldChg>
      <pc:sldChg chg="modSp">
        <pc:chgData name="Guest User" userId="" providerId="Windows Live" clId="Web-{4DE7C0BF-80A3-7F8B-AABF-0A8D846A4D8C}" dt="2025-09-29T15:16:56.676" v="9" actId="20577"/>
        <pc:sldMkLst>
          <pc:docMk/>
          <pc:sldMk cId="3664424392" sldId="265"/>
        </pc:sldMkLst>
        <pc:spChg chg="mod">
          <ac:chgData name="Guest User" userId="" providerId="Windows Live" clId="Web-{4DE7C0BF-80A3-7F8B-AABF-0A8D846A4D8C}" dt="2025-09-29T15:16:56.676" v="9" actId="20577"/>
          <ac:spMkLst>
            <pc:docMk/>
            <pc:sldMk cId="3664424392" sldId="265"/>
            <ac:spMk id="7" creationId="{8ADC853D-9566-03CE-F3AF-BCD4FF4AA011}"/>
          </ac:spMkLst>
        </pc:spChg>
      </pc:sldChg>
      <pc:sldChg chg="modSp">
        <pc:chgData name="Guest User" userId="" providerId="Windows Live" clId="Web-{4DE7C0BF-80A3-7F8B-AABF-0A8D846A4D8C}" dt="2025-09-29T15:23:31.369" v="101" actId="20577"/>
        <pc:sldMkLst>
          <pc:docMk/>
          <pc:sldMk cId="160111449" sldId="270"/>
        </pc:sldMkLst>
        <pc:spChg chg="mod">
          <ac:chgData name="Guest User" userId="" providerId="Windows Live" clId="Web-{4DE7C0BF-80A3-7F8B-AABF-0A8D846A4D8C}" dt="2025-09-29T15:23:31.369" v="101" actId="20577"/>
          <ac:spMkLst>
            <pc:docMk/>
            <pc:sldMk cId="160111449" sldId="270"/>
            <ac:spMk id="5" creationId="{AE27A220-291D-E6C5-1A66-883EA0DD5CE6}"/>
          </ac:spMkLst>
        </pc:spChg>
      </pc:sldChg>
      <pc:sldChg chg="addSp modSp new">
        <pc:chgData name="Guest User" userId="" providerId="Windows Live" clId="Web-{4DE7C0BF-80A3-7F8B-AABF-0A8D846A4D8C}" dt="2025-09-29T15:18:41.053" v="32" actId="20577"/>
        <pc:sldMkLst>
          <pc:docMk/>
          <pc:sldMk cId="3748247485" sldId="280"/>
        </pc:sldMkLst>
        <pc:spChg chg="add mod">
          <ac:chgData name="Guest User" userId="" providerId="Windows Live" clId="Web-{4DE7C0BF-80A3-7F8B-AABF-0A8D846A4D8C}" dt="2025-09-29T15:18:41.053" v="32" actId="20577"/>
          <ac:spMkLst>
            <pc:docMk/>
            <pc:sldMk cId="3748247485" sldId="280"/>
            <ac:spMk id="4" creationId="{8FC06E46-E91D-FFF3-91AB-18A885D480EF}"/>
          </ac:spMkLst>
        </pc:spChg>
      </pc:sldChg>
      <pc:sldChg chg="addSp modSp new">
        <pc:chgData name="Guest User" userId="" providerId="Windows Live" clId="Web-{4DE7C0BF-80A3-7F8B-AABF-0A8D846A4D8C}" dt="2025-09-29T15:19:37.788" v="45" actId="14100"/>
        <pc:sldMkLst>
          <pc:docMk/>
          <pc:sldMk cId="284736692" sldId="281"/>
        </pc:sldMkLst>
        <pc:spChg chg="add mod">
          <ac:chgData name="Guest User" userId="" providerId="Windows Live" clId="Web-{4DE7C0BF-80A3-7F8B-AABF-0A8D846A4D8C}" dt="2025-09-29T15:19:37.788" v="45" actId="14100"/>
          <ac:spMkLst>
            <pc:docMk/>
            <pc:sldMk cId="284736692" sldId="281"/>
            <ac:spMk id="4" creationId="{5F9B5F57-9254-6775-DD6E-9B70E18AD837}"/>
          </ac:spMkLst>
        </pc:spChg>
      </pc:sldChg>
      <pc:sldChg chg="addSp modSp new">
        <pc:chgData name="Guest User" userId="" providerId="Windows Live" clId="Web-{4DE7C0BF-80A3-7F8B-AABF-0A8D846A4D8C}" dt="2025-09-29T15:21:08.961" v="63" actId="20577"/>
        <pc:sldMkLst>
          <pc:docMk/>
          <pc:sldMk cId="2135508083" sldId="282"/>
        </pc:sldMkLst>
        <pc:spChg chg="add mod">
          <ac:chgData name="Guest User" userId="" providerId="Windows Live" clId="Web-{4DE7C0BF-80A3-7F8B-AABF-0A8D846A4D8C}" dt="2025-09-29T15:21:08.961" v="63" actId="20577"/>
          <ac:spMkLst>
            <pc:docMk/>
            <pc:sldMk cId="2135508083" sldId="282"/>
            <ac:spMk id="4" creationId="{9DDE4AA0-6BBD-6475-C035-D07D7F5C6F5B}"/>
          </ac:spMkLst>
        </pc:spChg>
      </pc:sldChg>
      <pc:sldChg chg="addSp modSp new">
        <pc:chgData name="Guest User" userId="" providerId="Windows Live" clId="Web-{4DE7C0BF-80A3-7F8B-AABF-0A8D846A4D8C}" dt="2025-09-29T15:21:49.914" v="76" actId="20577"/>
        <pc:sldMkLst>
          <pc:docMk/>
          <pc:sldMk cId="1619345640" sldId="283"/>
        </pc:sldMkLst>
        <pc:spChg chg="add mod">
          <ac:chgData name="Guest User" userId="" providerId="Windows Live" clId="Web-{4DE7C0BF-80A3-7F8B-AABF-0A8D846A4D8C}" dt="2025-09-29T15:21:49.914" v="76" actId="20577"/>
          <ac:spMkLst>
            <pc:docMk/>
            <pc:sldMk cId="1619345640" sldId="283"/>
            <ac:spMk id="4" creationId="{CF96A024-C210-192C-9BD3-E91BE0999A75}"/>
          </ac:spMkLst>
        </pc:spChg>
      </pc:sldChg>
      <pc:sldChg chg="addSp modSp new">
        <pc:chgData name="Guest User" userId="" providerId="Windows Live" clId="Web-{4DE7C0BF-80A3-7F8B-AABF-0A8D846A4D8C}" dt="2025-09-29T15:22:34.149" v="89" actId="20577"/>
        <pc:sldMkLst>
          <pc:docMk/>
          <pc:sldMk cId="850245017" sldId="284"/>
        </pc:sldMkLst>
        <pc:spChg chg="add mod">
          <ac:chgData name="Guest User" userId="" providerId="Windows Live" clId="Web-{4DE7C0BF-80A3-7F8B-AABF-0A8D846A4D8C}" dt="2025-09-29T15:22:34.149" v="89" actId="20577"/>
          <ac:spMkLst>
            <pc:docMk/>
            <pc:sldMk cId="850245017" sldId="284"/>
            <ac:spMk id="4" creationId="{AB9B5D45-81EB-BAE2-10F9-304969359C8A}"/>
          </ac:spMkLst>
        </pc:spChg>
      </pc:sldChg>
    </pc:docChg>
  </pc:docChgLst>
  <pc:docChgLst>
    <pc:chgData name="Guest User" providerId="Windows Live" clId="Web-{EC134BDA-0424-D15B-8CF2-4A9957FB6421}"/>
    <pc:docChg chg="modSld">
      <pc:chgData name="Guest User" userId="" providerId="Windows Live" clId="Web-{EC134BDA-0424-D15B-8CF2-4A9957FB6421}" dt="2025-09-30T05:58:46.465" v="137" actId="20577"/>
      <pc:docMkLst>
        <pc:docMk/>
      </pc:docMkLst>
      <pc:sldChg chg="modSp">
        <pc:chgData name="Guest User" userId="" providerId="Windows Live" clId="Web-{EC134BDA-0424-D15B-8CF2-4A9957FB6421}" dt="2025-09-30T05:45:19.324" v="48" actId="20577"/>
        <pc:sldMkLst>
          <pc:docMk/>
          <pc:sldMk cId="4034495896" sldId="256"/>
        </pc:sldMkLst>
        <pc:spChg chg="mod">
          <ac:chgData name="Guest User" userId="" providerId="Windows Live" clId="Web-{EC134BDA-0424-D15B-8CF2-4A9957FB6421}" dt="2025-09-30T05:45:19.324" v="48" actId="20577"/>
          <ac:spMkLst>
            <pc:docMk/>
            <pc:sldMk cId="4034495896" sldId="256"/>
            <ac:spMk id="9" creationId="{00000000-0000-0000-0000-000000000000}"/>
          </ac:spMkLst>
        </pc:spChg>
      </pc:sldChg>
      <pc:sldChg chg="modSp">
        <pc:chgData name="Guest User" userId="" providerId="Windows Live" clId="Web-{EC134BDA-0424-D15B-8CF2-4A9957FB6421}" dt="2025-09-30T05:49:36.873" v="86" actId="20577"/>
        <pc:sldMkLst>
          <pc:docMk/>
          <pc:sldMk cId="3664424392" sldId="265"/>
        </pc:sldMkLst>
        <pc:spChg chg="mod">
          <ac:chgData name="Guest User" userId="" providerId="Windows Live" clId="Web-{EC134BDA-0424-D15B-8CF2-4A9957FB6421}" dt="2025-09-30T05:49:36.873" v="86" actId="20577"/>
          <ac:spMkLst>
            <pc:docMk/>
            <pc:sldMk cId="3664424392" sldId="265"/>
            <ac:spMk id="7" creationId="{8ADC853D-9566-03CE-F3AF-BCD4FF4AA011}"/>
          </ac:spMkLst>
        </pc:spChg>
      </pc:sldChg>
      <pc:sldChg chg="modSp">
        <pc:chgData name="Guest User" userId="" providerId="Windows Live" clId="Web-{EC134BDA-0424-D15B-8CF2-4A9957FB6421}" dt="2025-09-30T05:55:03.945" v="124" actId="20577"/>
        <pc:sldMkLst>
          <pc:docMk/>
          <pc:sldMk cId="3748247485" sldId="280"/>
        </pc:sldMkLst>
        <pc:spChg chg="mod">
          <ac:chgData name="Guest User" userId="" providerId="Windows Live" clId="Web-{EC134BDA-0424-D15B-8CF2-4A9957FB6421}" dt="2025-09-30T05:55:03.945" v="124" actId="20577"/>
          <ac:spMkLst>
            <pc:docMk/>
            <pc:sldMk cId="3748247485" sldId="280"/>
            <ac:spMk id="4" creationId="{8FC06E46-E91D-FFF3-91AB-18A885D480EF}"/>
          </ac:spMkLst>
        </pc:spChg>
      </pc:sldChg>
      <pc:sldChg chg="modSp">
        <pc:chgData name="Guest User" userId="" providerId="Windows Live" clId="Web-{EC134BDA-0424-D15B-8CF2-4A9957FB6421}" dt="2025-09-30T05:58:46.465" v="137" actId="20577"/>
        <pc:sldMkLst>
          <pc:docMk/>
          <pc:sldMk cId="284736692" sldId="281"/>
        </pc:sldMkLst>
        <pc:spChg chg="mod">
          <ac:chgData name="Guest User" userId="" providerId="Windows Live" clId="Web-{EC134BDA-0424-D15B-8CF2-4A9957FB6421}" dt="2025-09-30T05:58:46.465" v="137" actId="20577"/>
          <ac:spMkLst>
            <pc:docMk/>
            <pc:sldMk cId="284736692" sldId="281"/>
            <ac:spMk id="4" creationId="{5F9B5F57-9254-6775-DD6E-9B70E18AD837}"/>
          </ac:spMkLst>
        </pc:spChg>
      </pc:sldChg>
    </pc:docChg>
  </pc:docChgLst>
  <pc:docChgLst>
    <pc:chgData name="Guest User" providerId="Windows Live" clId="Web-{DA53F44D-EB49-913C-D9A2-08942427201C}"/>
    <pc:docChg chg="modSld">
      <pc:chgData name="Guest User" userId="" providerId="Windows Live" clId="Web-{DA53F44D-EB49-913C-D9A2-08942427201C}" dt="2025-09-30T05:12:27.481" v="58" actId="20577"/>
      <pc:docMkLst>
        <pc:docMk/>
      </pc:docMkLst>
      <pc:sldChg chg="modSp">
        <pc:chgData name="Guest User" userId="" providerId="Windows Live" clId="Web-{DA53F44D-EB49-913C-D9A2-08942427201C}" dt="2025-09-30T05:12:27.481" v="58" actId="20577"/>
        <pc:sldMkLst>
          <pc:docMk/>
          <pc:sldMk cId="4034495896" sldId="256"/>
        </pc:sldMkLst>
        <pc:spChg chg="mod">
          <ac:chgData name="Guest User" userId="" providerId="Windows Live" clId="Web-{DA53F44D-EB49-913C-D9A2-08942427201C}" dt="2025-09-30T05:12:17.497" v="54" actId="1076"/>
          <ac:spMkLst>
            <pc:docMk/>
            <pc:sldMk cId="4034495896" sldId="256"/>
            <ac:spMk id="5" creationId="{FE0920C1-56EE-1739-36AE-C576671135FD}"/>
          </ac:spMkLst>
        </pc:spChg>
        <pc:spChg chg="mod">
          <ac:chgData name="Guest User" userId="" providerId="Windows Live" clId="Web-{DA53F44D-EB49-913C-D9A2-08942427201C}" dt="2025-09-30T05:12:27.481" v="58" actId="20577"/>
          <ac:spMkLst>
            <pc:docMk/>
            <pc:sldMk cId="4034495896" sldId="256"/>
            <ac:spMk id="6" creationId="{2ADEB58F-AB32-241B-82DB-561A6D9FFD12}"/>
          </ac:spMkLst>
        </pc:spChg>
      </pc:sldChg>
      <pc:sldChg chg="modSp">
        <pc:chgData name="Guest User" userId="" providerId="Windows Live" clId="Web-{DA53F44D-EB49-913C-D9A2-08942427201C}" dt="2025-09-30T04:32:11.619" v="3" actId="20577"/>
        <pc:sldMkLst>
          <pc:docMk/>
          <pc:sldMk cId="1206768533" sldId="264"/>
        </pc:sldMkLst>
        <pc:spChg chg="mod">
          <ac:chgData name="Guest User" userId="" providerId="Windows Live" clId="Web-{DA53F44D-EB49-913C-D9A2-08942427201C}" dt="2025-09-30T04:32:11.619" v="3" actId="20577"/>
          <ac:spMkLst>
            <pc:docMk/>
            <pc:sldMk cId="1206768533" sldId="264"/>
            <ac:spMk id="5" creationId="{E94AE043-2F27-A5D2-BA4E-9E0464CEEBF4}"/>
          </ac:spMkLst>
        </pc:spChg>
      </pc:sldChg>
      <pc:sldChg chg="modSp">
        <pc:chgData name="Guest User" userId="" providerId="Windows Live" clId="Web-{DA53F44D-EB49-913C-D9A2-08942427201C}" dt="2025-09-30T04:32:42.261" v="5" actId="20577"/>
        <pc:sldMkLst>
          <pc:docMk/>
          <pc:sldMk cId="3664424392" sldId="265"/>
        </pc:sldMkLst>
        <pc:spChg chg="mod">
          <ac:chgData name="Guest User" userId="" providerId="Windows Live" clId="Web-{DA53F44D-EB49-913C-D9A2-08942427201C}" dt="2025-09-30T04:32:42.261" v="5" actId="20577"/>
          <ac:spMkLst>
            <pc:docMk/>
            <pc:sldMk cId="3664424392" sldId="265"/>
            <ac:spMk id="7" creationId="{8ADC853D-9566-03CE-F3AF-BCD4FF4AA011}"/>
          </ac:spMkLst>
        </pc:spChg>
      </pc:sldChg>
      <pc:sldChg chg="modSp">
        <pc:chgData name="Guest User" userId="" providerId="Windows Live" clId="Web-{DA53F44D-EB49-913C-D9A2-08942427201C}" dt="2025-09-30T04:34:38.496" v="10" actId="20577"/>
        <pc:sldMkLst>
          <pc:docMk/>
          <pc:sldMk cId="3038780697" sldId="266"/>
        </pc:sldMkLst>
        <pc:spChg chg="mod">
          <ac:chgData name="Guest User" userId="" providerId="Windows Live" clId="Web-{DA53F44D-EB49-913C-D9A2-08942427201C}" dt="2025-09-30T04:34:38.496" v="10" actId="20577"/>
          <ac:spMkLst>
            <pc:docMk/>
            <pc:sldMk cId="3038780697" sldId="266"/>
            <ac:spMk id="5" creationId="{DE021874-6C80-6CD3-3083-21606B5193E7}"/>
          </ac:spMkLst>
        </pc:spChg>
      </pc:sldChg>
      <pc:sldChg chg="modSp">
        <pc:chgData name="Guest User" userId="" providerId="Windows Live" clId="Web-{DA53F44D-EB49-913C-D9A2-08942427201C}" dt="2025-09-30T04:35:13.434" v="13" actId="20577"/>
        <pc:sldMkLst>
          <pc:docMk/>
          <pc:sldMk cId="4012987004" sldId="274"/>
        </pc:sldMkLst>
        <pc:spChg chg="mod">
          <ac:chgData name="Guest User" userId="" providerId="Windows Live" clId="Web-{DA53F44D-EB49-913C-D9A2-08942427201C}" dt="2025-09-30T04:35:13.434" v="13" actId="20577"/>
          <ac:spMkLst>
            <pc:docMk/>
            <pc:sldMk cId="4012987004" sldId="274"/>
            <ac:spMk id="4" creationId="{C785E875-4F69-1F00-4ACB-0A08990E3078}"/>
          </ac:spMkLst>
        </pc:spChg>
      </pc:sldChg>
      <pc:sldChg chg="modSp">
        <pc:chgData name="Guest User" userId="" providerId="Windows Live" clId="Web-{DA53F44D-EB49-913C-D9A2-08942427201C}" dt="2025-09-30T05:05:24.523" v="24" actId="20577"/>
        <pc:sldMkLst>
          <pc:docMk/>
          <pc:sldMk cId="3748247485" sldId="280"/>
        </pc:sldMkLst>
        <pc:spChg chg="mod">
          <ac:chgData name="Guest User" userId="" providerId="Windows Live" clId="Web-{DA53F44D-EB49-913C-D9A2-08942427201C}" dt="2025-09-30T05:05:24.523" v="24" actId="20577"/>
          <ac:spMkLst>
            <pc:docMk/>
            <pc:sldMk cId="3748247485" sldId="280"/>
            <ac:spMk id="4" creationId="{8FC06E46-E91D-FFF3-91AB-18A885D480EF}"/>
          </ac:spMkLst>
        </pc:spChg>
      </pc:sldChg>
      <pc:sldChg chg="modSp">
        <pc:chgData name="Guest User" userId="" providerId="Windows Live" clId="Web-{DA53F44D-EB49-913C-D9A2-08942427201C}" dt="2025-09-30T04:33:45.293" v="7" actId="20577"/>
        <pc:sldMkLst>
          <pc:docMk/>
          <pc:sldMk cId="284736692" sldId="281"/>
        </pc:sldMkLst>
        <pc:spChg chg="mod">
          <ac:chgData name="Guest User" userId="" providerId="Windows Live" clId="Web-{DA53F44D-EB49-913C-D9A2-08942427201C}" dt="2025-09-30T04:33:45.293" v="7" actId="20577"/>
          <ac:spMkLst>
            <pc:docMk/>
            <pc:sldMk cId="284736692" sldId="281"/>
            <ac:spMk id="4" creationId="{5F9B5F57-9254-6775-DD6E-9B70E18AD837}"/>
          </ac:spMkLst>
        </pc:spChg>
      </pc:sldChg>
      <pc:sldChg chg="modSp">
        <pc:chgData name="Guest User" userId="" providerId="Windows Live" clId="Web-{DA53F44D-EB49-913C-D9A2-08942427201C}" dt="2025-09-30T04:35:24.949" v="15" actId="20577"/>
        <pc:sldMkLst>
          <pc:docMk/>
          <pc:sldMk cId="1619345640" sldId="283"/>
        </pc:sldMkLst>
        <pc:spChg chg="mod">
          <ac:chgData name="Guest User" userId="" providerId="Windows Live" clId="Web-{DA53F44D-EB49-913C-D9A2-08942427201C}" dt="2025-09-30T04:35:24.949" v="15" actId="20577"/>
          <ac:spMkLst>
            <pc:docMk/>
            <pc:sldMk cId="1619345640" sldId="283"/>
            <ac:spMk id="4" creationId="{CF96A024-C210-192C-9BD3-E91BE0999A75}"/>
          </ac:spMkLst>
        </pc:spChg>
      </pc:sldChg>
    </pc:docChg>
  </pc:docChgLst>
  <pc:docChgLst>
    <pc:chgData name="Vishal Joshi" userId="ebefdeef05fc1acd" providerId="Windows Live" clId="Web-{D55C92CC-FD30-4035-82BD-271292690399}"/>
    <pc:docChg chg="addSld delSld modSld modSection">
      <pc:chgData name="Vishal Joshi" userId="ebefdeef05fc1acd" providerId="Windows Live" clId="Web-{D55C92CC-FD30-4035-82BD-271292690399}" dt="2025-09-18T17:20:01.754" v="741" actId="20577"/>
      <pc:docMkLst>
        <pc:docMk/>
      </pc:docMkLst>
      <pc:sldChg chg="addSp modSp">
        <pc:chgData name="Vishal Joshi" userId="ebefdeef05fc1acd" providerId="Windows Live" clId="Web-{D55C92CC-FD30-4035-82BD-271292690399}" dt="2025-09-18T15:43:38.006" v="395" actId="20577"/>
        <pc:sldMkLst>
          <pc:docMk/>
          <pc:sldMk cId="4034495896" sldId="256"/>
        </pc:sldMkLst>
        <pc:spChg chg="add mod">
          <ac:chgData name="Vishal Joshi" userId="ebefdeef05fc1acd" providerId="Windows Live" clId="Web-{D55C92CC-FD30-4035-82BD-271292690399}" dt="2025-09-18T15:43:38.006" v="395" actId="20577"/>
          <ac:spMkLst>
            <pc:docMk/>
            <pc:sldMk cId="4034495896" sldId="256"/>
            <ac:spMk id="4" creationId="{D19B7930-A20F-35ED-5561-196190C87C4B}"/>
          </ac:spMkLst>
        </pc:spChg>
        <pc:spChg chg="mod">
          <ac:chgData name="Vishal Joshi" userId="ebefdeef05fc1acd" providerId="Windows Live" clId="Web-{D55C92CC-FD30-4035-82BD-271292690399}" dt="2025-09-18T15:40:47.725" v="327" actId="20577"/>
          <ac:spMkLst>
            <pc:docMk/>
            <pc:sldMk cId="4034495896" sldId="256"/>
            <ac:spMk id="5" creationId="{FE0920C1-56EE-1739-36AE-C576671135FD}"/>
          </ac:spMkLst>
        </pc:spChg>
        <pc:spChg chg="add mod">
          <ac:chgData name="Vishal Joshi" userId="ebefdeef05fc1acd" providerId="Windows Live" clId="Web-{D55C92CC-FD30-4035-82BD-271292690399}" dt="2025-09-18T15:42:55.444" v="384" actId="20577"/>
          <ac:spMkLst>
            <pc:docMk/>
            <pc:sldMk cId="4034495896" sldId="256"/>
            <ac:spMk id="6" creationId="{2ADEB58F-AB32-241B-82DB-561A6D9FFD12}"/>
          </ac:spMkLst>
        </pc:spChg>
        <pc:spChg chg="mod">
          <ac:chgData name="Vishal Joshi" userId="ebefdeef05fc1acd" providerId="Windows Live" clId="Web-{D55C92CC-FD30-4035-82BD-271292690399}" dt="2025-09-18T15:12:04.773" v="30" actId="20577"/>
          <ac:spMkLst>
            <pc:docMk/>
            <pc:sldMk cId="4034495896" sldId="256"/>
            <ac:spMk id="9" creationId="{00000000-0000-0000-0000-000000000000}"/>
          </ac:spMkLst>
        </pc:spChg>
      </pc:sldChg>
      <pc:sldChg chg="modSp">
        <pc:chgData name="Vishal Joshi" userId="ebefdeef05fc1acd" providerId="Windows Live" clId="Web-{D55C92CC-FD30-4035-82BD-271292690399}" dt="2025-09-18T17:18:14.923" v="720" actId="20577"/>
        <pc:sldMkLst>
          <pc:docMk/>
          <pc:sldMk cId="4030794158" sldId="258"/>
        </pc:sldMkLst>
        <pc:spChg chg="mod">
          <ac:chgData name="Vishal Joshi" userId="ebefdeef05fc1acd" providerId="Windows Live" clId="Web-{D55C92CC-FD30-4035-82BD-271292690399}" dt="2025-09-18T17:18:14.923" v="720" actId="20577"/>
          <ac:spMkLst>
            <pc:docMk/>
            <pc:sldMk cId="4030794158" sldId="258"/>
            <ac:spMk id="4" creationId="{C4AF2CDD-1A72-45E0-A1C2-AA3056D57444}"/>
          </ac:spMkLst>
        </pc:spChg>
      </pc:sldChg>
      <pc:sldChg chg="modSp">
        <pc:chgData name="Vishal Joshi" userId="ebefdeef05fc1acd" providerId="Windows Live" clId="Web-{D55C92CC-FD30-4035-82BD-271292690399}" dt="2025-09-18T17:18:28.345" v="722" actId="20577"/>
        <pc:sldMkLst>
          <pc:docMk/>
          <pc:sldMk cId="453995303" sldId="260"/>
        </pc:sldMkLst>
        <pc:spChg chg="mod">
          <ac:chgData name="Vishal Joshi" userId="ebefdeef05fc1acd" providerId="Windows Live" clId="Web-{D55C92CC-FD30-4035-82BD-271292690399}" dt="2025-09-18T17:18:28.345" v="722" actId="20577"/>
          <ac:spMkLst>
            <pc:docMk/>
            <pc:sldMk cId="453995303" sldId="260"/>
            <ac:spMk id="5" creationId="{7C4EE798-9439-A9E3-9B61-05C520528EF2}"/>
          </ac:spMkLst>
        </pc:spChg>
      </pc:sldChg>
      <pc:sldChg chg="modSp">
        <pc:chgData name="Vishal Joshi" userId="ebefdeef05fc1acd" providerId="Windows Live" clId="Web-{D55C92CC-FD30-4035-82BD-271292690399}" dt="2025-09-18T17:18:33.189" v="723" actId="20577"/>
        <pc:sldMkLst>
          <pc:docMk/>
          <pc:sldMk cId="295915647" sldId="261"/>
        </pc:sldMkLst>
        <pc:spChg chg="mod">
          <ac:chgData name="Vishal Joshi" userId="ebefdeef05fc1acd" providerId="Windows Live" clId="Web-{D55C92CC-FD30-4035-82BD-271292690399}" dt="2025-09-18T17:18:33.189" v="723" actId="20577"/>
          <ac:spMkLst>
            <pc:docMk/>
            <pc:sldMk cId="295915647" sldId="261"/>
            <ac:spMk id="7" creationId="{ADA8E44E-3765-E99B-AED9-507306C6DD62}"/>
          </ac:spMkLst>
        </pc:spChg>
      </pc:sldChg>
      <pc:sldChg chg="modSp">
        <pc:chgData name="Vishal Joshi" userId="ebefdeef05fc1acd" providerId="Windows Live" clId="Web-{D55C92CC-FD30-4035-82BD-271292690399}" dt="2025-09-18T17:18:39.315" v="724" actId="20577"/>
        <pc:sldMkLst>
          <pc:docMk/>
          <pc:sldMk cId="120000722" sldId="262"/>
        </pc:sldMkLst>
        <pc:spChg chg="mod">
          <ac:chgData name="Vishal Joshi" userId="ebefdeef05fc1acd" providerId="Windows Live" clId="Web-{D55C92CC-FD30-4035-82BD-271292690399}" dt="2025-09-18T17:18:39.315" v="724" actId="20577"/>
          <ac:spMkLst>
            <pc:docMk/>
            <pc:sldMk cId="120000722" sldId="262"/>
            <ac:spMk id="7" creationId="{D1F24DE7-8063-79E2-0A40-BDF85BD783C7}"/>
          </ac:spMkLst>
        </pc:spChg>
      </pc:sldChg>
      <pc:sldChg chg="modSp">
        <pc:chgData name="Vishal Joshi" userId="ebefdeef05fc1acd" providerId="Windows Live" clId="Web-{D55C92CC-FD30-4035-82BD-271292690399}" dt="2025-09-18T17:18:44.127" v="725" actId="20577"/>
        <pc:sldMkLst>
          <pc:docMk/>
          <pc:sldMk cId="1206768533" sldId="264"/>
        </pc:sldMkLst>
        <pc:spChg chg="mod">
          <ac:chgData name="Vishal Joshi" userId="ebefdeef05fc1acd" providerId="Windows Live" clId="Web-{D55C92CC-FD30-4035-82BD-271292690399}" dt="2025-09-18T17:18:44.127" v="725" actId="20577"/>
          <ac:spMkLst>
            <pc:docMk/>
            <pc:sldMk cId="1206768533" sldId="264"/>
            <ac:spMk id="5" creationId="{E94AE043-2F27-A5D2-BA4E-9E0464CEEBF4}"/>
          </ac:spMkLst>
        </pc:spChg>
      </pc:sldChg>
      <pc:sldChg chg="modSp">
        <pc:chgData name="Vishal Joshi" userId="ebefdeef05fc1acd" providerId="Windows Live" clId="Web-{D55C92CC-FD30-4035-82BD-271292690399}" dt="2025-09-18T17:18:49.580" v="726" actId="20577"/>
        <pc:sldMkLst>
          <pc:docMk/>
          <pc:sldMk cId="3664424392" sldId="265"/>
        </pc:sldMkLst>
        <pc:spChg chg="mod">
          <ac:chgData name="Vishal Joshi" userId="ebefdeef05fc1acd" providerId="Windows Live" clId="Web-{D55C92CC-FD30-4035-82BD-271292690399}" dt="2025-09-18T17:18:49.580" v="726" actId="20577"/>
          <ac:spMkLst>
            <pc:docMk/>
            <pc:sldMk cId="3664424392" sldId="265"/>
            <ac:spMk id="7" creationId="{8ADC853D-9566-03CE-F3AF-BCD4FF4AA011}"/>
          </ac:spMkLst>
        </pc:spChg>
      </pc:sldChg>
      <pc:sldChg chg="modSp">
        <pc:chgData name="Vishal Joshi" userId="ebefdeef05fc1acd" providerId="Windows Live" clId="Web-{D55C92CC-FD30-4035-82BD-271292690399}" dt="2025-09-18T17:19:02.284" v="728" actId="20577"/>
        <pc:sldMkLst>
          <pc:docMk/>
          <pc:sldMk cId="3038780697" sldId="266"/>
        </pc:sldMkLst>
        <pc:spChg chg="mod">
          <ac:chgData name="Vishal Joshi" userId="ebefdeef05fc1acd" providerId="Windows Live" clId="Web-{D55C92CC-FD30-4035-82BD-271292690399}" dt="2025-09-18T17:19:02.284" v="728" actId="20577"/>
          <ac:spMkLst>
            <pc:docMk/>
            <pc:sldMk cId="3038780697" sldId="266"/>
            <ac:spMk id="5" creationId="{DE021874-6C80-6CD3-3083-21606B5193E7}"/>
          </ac:spMkLst>
        </pc:spChg>
      </pc:sldChg>
      <pc:sldChg chg="modSp">
        <pc:chgData name="Vishal Joshi" userId="ebefdeef05fc1acd" providerId="Windows Live" clId="Web-{D55C92CC-FD30-4035-82BD-271292690399}" dt="2025-09-18T17:19:09.378" v="729" actId="20577"/>
        <pc:sldMkLst>
          <pc:docMk/>
          <pc:sldMk cId="1621636304" sldId="267"/>
        </pc:sldMkLst>
        <pc:spChg chg="mod">
          <ac:chgData name="Vishal Joshi" userId="ebefdeef05fc1acd" providerId="Windows Live" clId="Web-{D55C92CC-FD30-4035-82BD-271292690399}" dt="2025-09-18T17:19:09.378" v="729" actId="20577"/>
          <ac:spMkLst>
            <pc:docMk/>
            <pc:sldMk cId="1621636304" sldId="267"/>
            <ac:spMk id="5" creationId="{F1E77937-1172-1021-0690-0A909A0316A3}"/>
          </ac:spMkLst>
        </pc:spChg>
      </pc:sldChg>
      <pc:sldChg chg="modSp">
        <pc:chgData name="Vishal Joshi" userId="ebefdeef05fc1acd" providerId="Windows Live" clId="Web-{D55C92CC-FD30-4035-82BD-271292690399}" dt="2025-09-18T17:18:23.408" v="721" actId="20577"/>
        <pc:sldMkLst>
          <pc:docMk/>
          <pc:sldMk cId="3426779484" sldId="268"/>
        </pc:sldMkLst>
        <pc:spChg chg="mod">
          <ac:chgData name="Vishal Joshi" userId="ebefdeef05fc1acd" providerId="Windows Live" clId="Web-{D55C92CC-FD30-4035-82BD-271292690399}" dt="2025-09-18T17:18:23.408" v="721" actId="20577"/>
          <ac:spMkLst>
            <pc:docMk/>
            <pc:sldMk cId="3426779484" sldId="268"/>
            <ac:spMk id="5" creationId="{5BE01438-4F8F-4084-BE0D-25E4B578F6CE}"/>
          </ac:spMkLst>
        </pc:spChg>
      </pc:sldChg>
      <pc:sldChg chg="modSp">
        <pc:chgData name="Vishal Joshi" userId="ebefdeef05fc1acd" providerId="Windows Live" clId="Web-{D55C92CC-FD30-4035-82BD-271292690399}" dt="2025-09-18T17:19:13.519" v="730" actId="20577"/>
        <pc:sldMkLst>
          <pc:docMk/>
          <pc:sldMk cId="1178406392" sldId="269"/>
        </pc:sldMkLst>
        <pc:spChg chg="mod">
          <ac:chgData name="Vishal Joshi" userId="ebefdeef05fc1acd" providerId="Windows Live" clId="Web-{D55C92CC-FD30-4035-82BD-271292690399}" dt="2025-09-18T17:19:13.519" v="730" actId="20577"/>
          <ac:spMkLst>
            <pc:docMk/>
            <pc:sldMk cId="1178406392" sldId="269"/>
            <ac:spMk id="5" creationId="{61A99D5B-4D1D-4F12-0831-E26BE04DEC84}"/>
          </ac:spMkLst>
        </pc:spChg>
      </pc:sldChg>
      <pc:sldChg chg="modSp">
        <pc:chgData name="Vishal Joshi" userId="ebefdeef05fc1acd" providerId="Windows Live" clId="Web-{D55C92CC-FD30-4035-82BD-271292690399}" dt="2025-09-18T17:19:22.910" v="732" actId="20577"/>
        <pc:sldMkLst>
          <pc:docMk/>
          <pc:sldMk cId="160111449" sldId="270"/>
        </pc:sldMkLst>
        <pc:spChg chg="mod">
          <ac:chgData name="Vishal Joshi" userId="ebefdeef05fc1acd" providerId="Windows Live" clId="Web-{D55C92CC-FD30-4035-82BD-271292690399}" dt="2025-09-18T17:19:22.910" v="732" actId="20577"/>
          <ac:spMkLst>
            <pc:docMk/>
            <pc:sldMk cId="160111449" sldId="270"/>
            <ac:spMk id="5" creationId="{AE27A220-291D-E6C5-1A66-883EA0DD5CE6}"/>
          </ac:spMkLst>
        </pc:spChg>
      </pc:sldChg>
      <pc:sldChg chg="addSp delSp modSp new">
        <pc:chgData name="Vishal Joshi" userId="ebefdeef05fc1acd" providerId="Windows Live" clId="Web-{D55C92CC-FD30-4035-82BD-271292690399}" dt="2025-09-18T17:20:01.754" v="741" actId="20577"/>
        <pc:sldMkLst>
          <pc:docMk/>
          <pc:sldMk cId="1565456609" sldId="272"/>
        </pc:sldMkLst>
        <pc:spChg chg="add mod">
          <ac:chgData name="Vishal Joshi" userId="ebefdeef05fc1acd" providerId="Windows Live" clId="Web-{D55C92CC-FD30-4035-82BD-271292690399}" dt="2025-09-18T17:20:01.754" v="741" actId="20577"/>
          <ac:spMkLst>
            <pc:docMk/>
            <pc:sldMk cId="1565456609" sldId="272"/>
            <ac:spMk id="9" creationId="{5BB19929-5AD8-4F7E-5846-69619F8B83BF}"/>
          </ac:spMkLst>
        </pc:spChg>
      </pc:sldChg>
      <pc:sldChg chg="addSp modSp new">
        <pc:chgData name="Vishal Joshi" userId="ebefdeef05fc1acd" providerId="Windows Live" clId="Web-{D55C92CC-FD30-4035-82BD-271292690399}" dt="2025-09-18T15:29:49.460" v="178" actId="20577"/>
        <pc:sldMkLst>
          <pc:docMk/>
          <pc:sldMk cId="2645581246" sldId="273"/>
        </pc:sldMkLst>
        <pc:spChg chg="add mod">
          <ac:chgData name="Vishal Joshi" userId="ebefdeef05fc1acd" providerId="Windows Live" clId="Web-{D55C92CC-FD30-4035-82BD-271292690399}" dt="2025-09-18T15:29:49.460" v="178" actId="20577"/>
          <ac:spMkLst>
            <pc:docMk/>
            <pc:sldMk cId="2645581246" sldId="273"/>
            <ac:spMk id="4" creationId="{2E1213F8-57E2-992D-2201-AEECF1E822D4}"/>
          </ac:spMkLst>
        </pc:spChg>
      </pc:sldChg>
      <pc:sldChg chg="addSp modSp new">
        <pc:chgData name="Vishal Joshi" userId="ebefdeef05fc1acd" providerId="Windows Live" clId="Web-{D55C92CC-FD30-4035-82BD-271292690399}" dt="2025-09-18T15:37:35.507" v="289" actId="20577"/>
        <pc:sldMkLst>
          <pc:docMk/>
          <pc:sldMk cId="4012987004" sldId="274"/>
        </pc:sldMkLst>
        <pc:spChg chg="add mod">
          <ac:chgData name="Vishal Joshi" userId="ebefdeef05fc1acd" providerId="Windows Live" clId="Web-{D55C92CC-FD30-4035-82BD-271292690399}" dt="2025-09-18T15:37:35.507" v="289" actId="20577"/>
          <ac:spMkLst>
            <pc:docMk/>
            <pc:sldMk cId="4012987004" sldId="274"/>
            <ac:spMk id="4" creationId="{C785E875-4F69-1F00-4ACB-0A08990E3078}"/>
          </ac:spMkLst>
        </pc:spChg>
      </pc:sldChg>
      <pc:sldChg chg="addSp modSp new">
        <pc:chgData name="Vishal Joshi" userId="ebefdeef05fc1acd" providerId="Windows Live" clId="Web-{D55C92CC-FD30-4035-82BD-271292690399}" dt="2025-09-18T16:36:54.422" v="612"/>
        <pc:sldMkLst>
          <pc:docMk/>
          <pc:sldMk cId="799629777" sldId="277"/>
        </pc:sldMkLst>
        <pc:graphicFrameChg chg="add mod modGraphic">
          <ac:chgData name="Vishal Joshi" userId="ebefdeef05fc1acd" providerId="Windows Live" clId="Web-{D55C92CC-FD30-4035-82BD-271292690399}" dt="2025-09-18T16:36:54.422" v="612"/>
          <ac:graphicFrameMkLst>
            <pc:docMk/>
            <pc:sldMk cId="799629777" sldId="277"/>
            <ac:graphicFrameMk id="5" creationId="{484C73F4-D303-20A0-FC0B-62149EE521E9}"/>
          </ac:graphicFrameMkLst>
        </pc:graphicFrameChg>
      </pc:sldChg>
      <pc:sldChg chg="addSp delSp modSp new">
        <pc:chgData name="Vishal Joshi" userId="ebefdeef05fc1acd" providerId="Windows Live" clId="Web-{D55C92CC-FD30-4035-82BD-271292690399}" dt="2025-09-18T16:51:12.851" v="663" actId="1076"/>
        <pc:sldMkLst>
          <pc:docMk/>
          <pc:sldMk cId="1802475344" sldId="278"/>
        </pc:sldMkLst>
        <pc:picChg chg="add mod">
          <ac:chgData name="Vishal Joshi" userId="ebefdeef05fc1acd" providerId="Windows Live" clId="Web-{D55C92CC-FD30-4035-82BD-271292690399}" dt="2025-09-18T16:51:12.851" v="663" actId="1076"/>
          <ac:picMkLst>
            <pc:docMk/>
            <pc:sldMk cId="1802475344" sldId="278"/>
            <ac:picMk id="6" creationId="{9545B057-EFD4-5EB2-2441-4864DE19F724}"/>
          </ac:picMkLst>
        </pc:picChg>
      </pc:sldChg>
    </pc:docChg>
  </pc:docChgLst>
  <pc:docChgLst>
    <pc:chgData name="Ragini ." userId="a87f762d91271258" providerId="LiveId" clId="{69C8515E-CF2A-4CA3-A284-D59B2343B75C}"/>
    <pc:docChg chg="addSld modSld modSection">
      <pc:chgData name="Ragini ." userId="a87f762d91271258" providerId="LiveId" clId="{69C8515E-CF2A-4CA3-A284-D59B2343B75C}" dt="2025-09-11T09:49:08.160" v="48" actId="20577"/>
      <pc:docMkLst>
        <pc:docMk/>
      </pc:docMkLst>
      <pc:sldChg chg="modSp mod">
        <pc:chgData name="Ragini ." userId="a87f762d91271258" providerId="LiveId" clId="{69C8515E-CF2A-4CA3-A284-D59B2343B75C}" dt="2025-09-11T09:49:08.160" v="48" actId="20577"/>
        <pc:sldMkLst>
          <pc:docMk/>
          <pc:sldMk cId="4034495896" sldId="256"/>
        </pc:sldMkLst>
        <pc:spChg chg="mod">
          <ac:chgData name="Ragini ." userId="a87f762d91271258" providerId="LiveId" clId="{69C8515E-CF2A-4CA3-A284-D59B2343B75C}" dt="2025-09-11T09:49:08.160" v="48" actId="20577"/>
          <ac:spMkLst>
            <pc:docMk/>
            <pc:sldMk cId="4034495896" sldId="256"/>
            <ac:spMk id="5" creationId="{FE0920C1-56EE-1739-36AE-C576671135FD}"/>
          </ac:spMkLst>
        </pc:spChg>
        <pc:spChg chg="mod">
          <ac:chgData name="Ragini ." userId="a87f762d91271258" providerId="LiveId" clId="{69C8515E-CF2A-4CA3-A284-D59B2343B75C}" dt="2025-09-11T09:49:00.936" v="47" actId="20577"/>
          <ac:spMkLst>
            <pc:docMk/>
            <pc:sldMk cId="4034495896" sldId="256"/>
            <ac:spMk id="9" creationId="{00000000-0000-0000-0000-000000000000}"/>
          </ac:spMkLst>
        </pc:spChg>
      </pc:sldChg>
      <pc:sldChg chg="modSp mod">
        <pc:chgData name="Ragini ." userId="a87f762d91271258" providerId="LiveId" clId="{69C8515E-CF2A-4CA3-A284-D59B2343B75C}" dt="2025-09-11T09:46:25.176" v="37" actId="20577"/>
        <pc:sldMkLst>
          <pc:docMk/>
          <pc:sldMk cId="3426779484" sldId="268"/>
        </pc:sldMkLst>
        <pc:spChg chg="mod">
          <ac:chgData name="Ragini ." userId="a87f762d91271258" providerId="LiveId" clId="{69C8515E-CF2A-4CA3-A284-D59B2343B75C}" dt="2025-09-11T09:46:25.176" v="37" actId="20577"/>
          <ac:spMkLst>
            <pc:docMk/>
            <pc:sldMk cId="3426779484" sldId="268"/>
            <ac:spMk id="5" creationId="{5BE01438-4F8F-4084-BE0D-25E4B578F6CE}"/>
          </ac:spMkLst>
        </pc:spChg>
      </pc:sldChg>
      <pc:sldChg chg="modSp mod">
        <pc:chgData name="Ragini ." userId="a87f762d91271258" providerId="LiveId" clId="{69C8515E-CF2A-4CA3-A284-D59B2343B75C}" dt="2025-09-11T09:17:44.301" v="35" actId="20577"/>
        <pc:sldMkLst>
          <pc:docMk/>
          <pc:sldMk cId="160111449" sldId="270"/>
        </pc:sldMkLst>
        <pc:spChg chg="mod">
          <ac:chgData name="Ragini ." userId="a87f762d91271258" providerId="LiveId" clId="{69C8515E-CF2A-4CA3-A284-D59B2343B75C}" dt="2025-09-11T09:17:44.301" v="35" actId="20577"/>
          <ac:spMkLst>
            <pc:docMk/>
            <pc:sldMk cId="160111449" sldId="270"/>
            <ac:spMk id="5" creationId="{AE27A220-291D-E6C5-1A66-883EA0DD5CE6}"/>
          </ac:spMkLst>
        </pc:spChg>
      </pc:sldChg>
    </pc:docChg>
  </pc:docChgLst>
  <pc:docChgLst>
    <pc:chgData name="Guest User" providerId="Windows Live" clId="Web-{126ECF4F-BD54-C605-8558-728058FC0516}"/>
    <pc:docChg chg="modSld">
      <pc:chgData name="Guest User" userId="" providerId="Windows Live" clId="Web-{126ECF4F-BD54-C605-8558-728058FC0516}" dt="2025-09-29T16:52:04.240" v="5" actId="20577"/>
      <pc:docMkLst>
        <pc:docMk/>
      </pc:docMkLst>
      <pc:sldChg chg="modSp">
        <pc:chgData name="Guest User" userId="" providerId="Windows Live" clId="Web-{126ECF4F-BD54-C605-8558-728058FC0516}" dt="2025-09-29T16:51:13.193" v="3" actId="20577"/>
        <pc:sldMkLst>
          <pc:docMk/>
          <pc:sldMk cId="120000722" sldId="262"/>
        </pc:sldMkLst>
        <pc:spChg chg="mod">
          <ac:chgData name="Guest User" userId="" providerId="Windows Live" clId="Web-{126ECF4F-BD54-C605-8558-728058FC0516}" dt="2025-09-29T16:51:13.193" v="3" actId="20577"/>
          <ac:spMkLst>
            <pc:docMk/>
            <pc:sldMk cId="120000722" sldId="262"/>
            <ac:spMk id="7" creationId="{D1F24DE7-8063-79E2-0A40-BDF85BD783C7}"/>
          </ac:spMkLst>
        </pc:spChg>
      </pc:sldChg>
      <pc:sldChg chg="modSp">
        <pc:chgData name="Guest User" userId="" providerId="Windows Live" clId="Web-{126ECF4F-BD54-C605-8558-728058FC0516}" dt="2025-09-29T16:52:04.240" v="5" actId="20577"/>
        <pc:sldMkLst>
          <pc:docMk/>
          <pc:sldMk cId="3470617724" sldId="279"/>
        </pc:sldMkLst>
        <pc:spChg chg="mod">
          <ac:chgData name="Guest User" userId="" providerId="Windows Live" clId="Web-{126ECF4F-BD54-C605-8558-728058FC0516}" dt="2025-09-29T16:52:04.240" v="5" actId="20577"/>
          <ac:spMkLst>
            <pc:docMk/>
            <pc:sldMk cId="3470617724" sldId="279"/>
            <ac:spMk id="5" creationId="{7B342C3D-EFAC-1500-6198-E322036BB51E}"/>
          </ac:spMkLst>
        </pc:spChg>
      </pc:sldChg>
    </pc:docChg>
  </pc:docChgLst>
  <pc:docChgLst>
    <pc:chgData name="Guest User" providerId="Windows Live" clId="Web-{7E150911-9501-F5D5-2E70-95D450725FD5}"/>
    <pc:docChg chg="modSld">
      <pc:chgData name="Guest User" userId="" providerId="Windows Live" clId="Web-{7E150911-9501-F5D5-2E70-95D450725FD5}" dt="2025-09-30T05:59:27.063" v="2" actId="20577"/>
      <pc:docMkLst>
        <pc:docMk/>
      </pc:docMkLst>
      <pc:sldChg chg="modSp">
        <pc:chgData name="Guest User" userId="" providerId="Windows Live" clId="Web-{7E150911-9501-F5D5-2E70-95D450725FD5}" dt="2025-09-30T05:59:27.063" v="2" actId="20577"/>
        <pc:sldMkLst>
          <pc:docMk/>
          <pc:sldMk cId="3470617724" sldId="279"/>
        </pc:sldMkLst>
        <pc:spChg chg="mod">
          <ac:chgData name="Guest User" userId="" providerId="Windows Live" clId="Web-{7E150911-9501-F5D5-2E70-95D450725FD5}" dt="2025-09-30T05:59:27.063" v="2" actId="20577"/>
          <ac:spMkLst>
            <pc:docMk/>
            <pc:sldMk cId="3470617724" sldId="279"/>
            <ac:spMk id="5" creationId="{7B342C3D-EFAC-1500-6198-E322036BB51E}"/>
          </ac:spMkLst>
        </pc:spChg>
      </pc:sldChg>
    </pc:docChg>
  </pc:docChgLst>
  <pc:docChgLst>
    <pc:chgData name="Guest User" providerId="Windows Live" clId="Web-{C934C66A-2A6D-9798-C75D-F74E31C41CAD}"/>
    <pc:docChg chg="delSld modSld sldOrd modSection">
      <pc:chgData name="Guest User" userId="" providerId="Windows Live" clId="Web-{C934C66A-2A6D-9798-C75D-F74E31C41CAD}" dt="2025-09-29T17:43:30.630" v="10" actId="20577"/>
      <pc:docMkLst>
        <pc:docMk/>
      </pc:docMkLst>
      <pc:sldChg chg="modSp">
        <pc:chgData name="Guest User" userId="" providerId="Windows Live" clId="Web-{C934C66A-2A6D-9798-C75D-F74E31C41CAD}" dt="2025-09-29T17:43:30.630" v="10" actId="20577"/>
        <pc:sldMkLst>
          <pc:docMk/>
          <pc:sldMk cId="4030794158" sldId="258"/>
        </pc:sldMkLst>
        <pc:spChg chg="mod">
          <ac:chgData name="Guest User" userId="" providerId="Windows Live" clId="Web-{C934C66A-2A6D-9798-C75D-F74E31C41CAD}" dt="2025-09-29T17:43:30.630" v="10" actId="20577"/>
          <ac:spMkLst>
            <pc:docMk/>
            <pc:sldMk cId="4030794158" sldId="258"/>
            <ac:spMk id="5" creationId="{00000000-0000-0000-0000-000000000000}"/>
          </ac:spMkLst>
        </pc:spChg>
      </pc:sldChg>
      <pc:sldChg chg="ord">
        <pc:chgData name="Guest User" userId="" providerId="Windows Live" clId="Web-{C934C66A-2A6D-9798-C75D-F74E31C41CAD}" dt="2025-09-29T16:39:06.703" v="1"/>
        <pc:sldMkLst>
          <pc:docMk/>
          <pc:sldMk cId="3038780697" sldId="266"/>
        </pc:sldMkLst>
      </pc:sldChg>
      <pc:sldChg chg="ord">
        <pc:chgData name="Guest User" userId="" providerId="Windows Live" clId="Web-{C934C66A-2A6D-9798-C75D-F74E31C41CAD}" dt="2025-09-29T16:39:14.766" v="2"/>
        <pc:sldMkLst>
          <pc:docMk/>
          <pc:sldMk cId="4012987004" sldId="274"/>
        </pc:sldMkLst>
      </pc:sldChg>
      <pc:sldChg chg="del">
        <pc:chgData name="Guest User" userId="" providerId="Windows Live" clId="Web-{C934C66A-2A6D-9798-C75D-F74E31C41CAD}" dt="2025-09-29T16:39:24.031" v="3"/>
        <pc:sldMkLst>
          <pc:docMk/>
          <pc:sldMk cId="2135508083" sldId="282"/>
        </pc:sldMkLst>
      </pc:sldChg>
      <pc:sldChg chg="ord">
        <pc:chgData name="Guest User" userId="" providerId="Windows Live" clId="Web-{C934C66A-2A6D-9798-C75D-F74E31C41CAD}" dt="2025-09-29T16:39:52.938" v="4"/>
        <pc:sldMkLst>
          <pc:docMk/>
          <pc:sldMk cId="1619345640" sldId="283"/>
        </pc:sldMkLst>
      </pc:sldChg>
      <pc:sldChg chg="del">
        <pc:chgData name="Guest User" userId="" providerId="Windows Live" clId="Web-{C934C66A-2A6D-9798-C75D-F74E31C41CAD}" dt="2025-09-29T16:13:21.752" v="0"/>
        <pc:sldMkLst>
          <pc:docMk/>
          <pc:sldMk cId="850245017" sldId="284"/>
        </pc:sldMkLst>
      </pc:sldChg>
    </pc:docChg>
  </pc:docChgLst>
  <pc:docChgLst>
    <pc:chgData name="Guest User" providerId="Windows Live" clId="Web-{87D065A4-7310-8356-C691-9BA883D49AB8}"/>
    <pc:docChg chg="addSld delSld modSld modSection">
      <pc:chgData name="Guest User" userId="" providerId="Windows Live" clId="Web-{87D065A4-7310-8356-C691-9BA883D49AB8}" dt="2025-09-29T13:05:24.016" v="114" actId="20577"/>
      <pc:docMkLst>
        <pc:docMk/>
      </pc:docMkLst>
      <pc:sldChg chg="modSp">
        <pc:chgData name="Guest User" userId="" providerId="Windows Live" clId="Web-{87D065A4-7310-8356-C691-9BA883D49AB8}" dt="2025-09-29T12:51:18.268" v="22" actId="20577"/>
        <pc:sldMkLst>
          <pc:docMk/>
          <pc:sldMk cId="4030794158" sldId="258"/>
        </pc:sldMkLst>
        <pc:spChg chg="mod">
          <ac:chgData name="Guest User" userId="" providerId="Windows Live" clId="Web-{87D065A4-7310-8356-C691-9BA883D49AB8}" dt="2025-09-29T12:51:18.268" v="22" actId="20577"/>
          <ac:spMkLst>
            <pc:docMk/>
            <pc:sldMk cId="4030794158" sldId="258"/>
            <ac:spMk id="5" creationId="{00000000-0000-0000-0000-000000000000}"/>
          </ac:spMkLst>
        </pc:spChg>
      </pc:sldChg>
      <pc:sldChg chg="del">
        <pc:chgData name="Guest User" userId="" providerId="Windows Live" clId="Web-{87D065A4-7310-8356-C691-9BA883D49AB8}" dt="2025-09-29T12:51:28.784" v="23"/>
        <pc:sldMkLst>
          <pc:docMk/>
          <pc:sldMk cId="4069568293" sldId="259"/>
        </pc:sldMkLst>
      </pc:sldChg>
      <pc:sldChg chg="modSp">
        <pc:chgData name="Guest User" userId="" providerId="Windows Live" clId="Web-{87D065A4-7310-8356-C691-9BA883D49AB8}" dt="2025-09-29T12:52:18.159" v="30" actId="20577"/>
        <pc:sldMkLst>
          <pc:docMk/>
          <pc:sldMk cId="295915647" sldId="261"/>
        </pc:sldMkLst>
        <pc:spChg chg="mod">
          <ac:chgData name="Guest User" userId="" providerId="Windows Live" clId="Web-{87D065A4-7310-8356-C691-9BA883D49AB8}" dt="2025-09-29T12:52:18.159" v="30" actId="20577"/>
          <ac:spMkLst>
            <pc:docMk/>
            <pc:sldMk cId="295915647" sldId="261"/>
            <ac:spMk id="7" creationId="{ADA8E44E-3765-E99B-AED9-507306C6DD62}"/>
          </ac:spMkLst>
        </pc:spChg>
      </pc:sldChg>
      <pc:sldChg chg="modSp">
        <pc:chgData name="Guest User" userId="" providerId="Windows Live" clId="Web-{87D065A4-7310-8356-C691-9BA883D49AB8}" dt="2025-09-29T13:05:24.016" v="114" actId="20577"/>
        <pc:sldMkLst>
          <pc:docMk/>
          <pc:sldMk cId="120000722" sldId="262"/>
        </pc:sldMkLst>
        <pc:spChg chg="mod">
          <ac:chgData name="Guest User" userId="" providerId="Windows Live" clId="Web-{87D065A4-7310-8356-C691-9BA883D49AB8}" dt="2025-09-29T13:05:24.016" v="114" actId="20577"/>
          <ac:spMkLst>
            <pc:docMk/>
            <pc:sldMk cId="120000722" sldId="262"/>
            <ac:spMk id="7" creationId="{D1F24DE7-8063-79E2-0A40-BDF85BD783C7}"/>
          </ac:spMkLst>
        </pc:spChg>
      </pc:sldChg>
      <pc:sldChg chg="addSp delSp modSp new">
        <pc:chgData name="Guest User" userId="" providerId="Windows Live" clId="Web-{87D065A4-7310-8356-C691-9BA883D49AB8}" dt="2025-09-29T13:04:07.656" v="96" actId="20577"/>
        <pc:sldMkLst>
          <pc:docMk/>
          <pc:sldMk cId="3470617724" sldId="279"/>
        </pc:sldMkLst>
        <pc:spChg chg="add del mod">
          <ac:chgData name="Guest User" userId="" providerId="Windows Live" clId="Web-{87D065A4-7310-8356-C691-9BA883D49AB8}" dt="2025-09-29T12:57:37.007" v="55"/>
          <ac:spMkLst>
            <pc:docMk/>
            <pc:sldMk cId="3470617724" sldId="279"/>
            <ac:spMk id="4" creationId="{A7D879A2-208B-0CCA-C633-E3B57F96EDF2}"/>
          </ac:spMkLst>
        </pc:spChg>
        <pc:spChg chg="add mod">
          <ac:chgData name="Guest User" userId="" providerId="Windows Live" clId="Web-{87D065A4-7310-8356-C691-9BA883D49AB8}" dt="2025-09-29T13:04:07.656" v="96" actId="20577"/>
          <ac:spMkLst>
            <pc:docMk/>
            <pc:sldMk cId="3470617724" sldId="279"/>
            <ac:spMk id="5" creationId="{7B342C3D-EFAC-1500-6198-E322036BB51E}"/>
          </ac:spMkLst>
        </pc:spChg>
      </pc:sldChg>
      <pc:sldChg chg="new del">
        <pc:chgData name="Guest User" userId="" providerId="Windows Live" clId="Web-{87D065A4-7310-8356-C691-9BA883D49AB8}" dt="2025-09-29T12:57:06.974" v="50"/>
        <pc:sldMkLst>
          <pc:docMk/>
          <pc:sldMk cId="3780517862"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787B1C-1399-4FB4-9055-2C109D3096E4}" type="datetimeFigureOut">
              <a:rPr lang="en-US" smtClean="0"/>
              <a:pPr/>
              <a:t>2/11/2026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F434D2-807C-49C6-B002-3F1B6E35C8E6}" type="slidenum">
              <a:rPr lang="en-US" smtClean="0"/>
              <a:pPr/>
              <a:t>‹#›</a:t>
            </a:fld>
            <a:endParaRPr lang="en-US"/>
          </a:p>
        </p:txBody>
      </p:sp>
    </p:spTree>
    <p:extLst>
      <p:ext uri="{BB962C8B-B14F-4D97-AF65-F5344CB8AC3E}">
        <p14:creationId xmlns:p14="http://schemas.microsoft.com/office/powerpoint/2010/main" val="149835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FF434D2-807C-49C6-B002-3F1B6E35C8E6}" type="slidenum">
              <a:rPr lang="en-US" smtClean="0"/>
              <a:pPr/>
              <a:t>3</a:t>
            </a:fld>
            <a:endParaRPr lang="en-US"/>
          </a:p>
        </p:txBody>
      </p:sp>
    </p:spTree>
    <p:extLst>
      <p:ext uri="{BB962C8B-B14F-4D97-AF65-F5344CB8AC3E}">
        <p14:creationId xmlns:p14="http://schemas.microsoft.com/office/powerpoint/2010/main" val="2680713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3A3EE4F-D625-4D08-8985-41636378A49F}" type="datetime1">
              <a:rPr lang="en-IN" smtClean="0">
                <a:solidFill>
                  <a:prstClr val="black">
                    <a:tint val="75000"/>
                  </a:prstClr>
                </a:solidFill>
              </a:rPr>
              <a:t>11-02-2026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58CAE0E1-5C16-469C-80A6-45E1950F1503}"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8664799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2.jpeg"/><Relationship Id="rId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ACCC68F-ABBF-4D4D-9688-E8C2DC82806A}" type="datetime1">
              <a:rPr lang="en-IN" smtClean="0">
                <a:solidFill>
                  <a:prstClr val="black">
                    <a:tint val="75000"/>
                  </a:prstClr>
                </a:solidFill>
              </a:rPr>
              <a:t>11-02-2026</a:t>
            </a:fld>
            <a:endParaRPr lang="en-IN">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8CAE0E1-5C16-469C-80A6-45E1950F1503}" type="slidenum">
              <a:rPr lang="en-IN" smtClean="0">
                <a:solidFill>
                  <a:prstClr val="black">
                    <a:tint val="75000"/>
                  </a:prstClr>
                </a:solidFill>
              </a:rPr>
              <a:pPr/>
              <a:t>‹#›</a:t>
            </a:fld>
            <a:endParaRPr lang="en-IN">
              <a:solidFill>
                <a:prstClr val="black">
                  <a:tint val="75000"/>
                </a:prstClr>
              </a:solidFill>
            </a:endParaRPr>
          </a:p>
        </p:txBody>
      </p:sp>
      <p:sp>
        <p:nvSpPr>
          <p:cNvPr id="7" name="Rectangle 6"/>
          <p:cNvSpPr/>
          <p:nvPr userDrawn="1"/>
        </p:nvSpPr>
        <p:spPr>
          <a:xfrm>
            <a:off x="0" y="639157"/>
            <a:ext cx="9144000" cy="6210670"/>
          </a:xfrm>
          <a:prstGeom prst="rect">
            <a:avLst/>
          </a:prstGeom>
          <a:blipFill dpi="0" rotWithShape="1">
            <a:blip r:embed="rId3">
              <a:extLst>
                <a:ext uri="{BEBA8EAE-BF5A-486C-A8C5-ECC9F3942E4B}">
                  <a14:imgProps xmlns:a14="http://schemas.microsoft.com/office/drawing/2010/main">
                    <a14:imgLayer r:embed="rId4">
                      <a14:imgEffect>
                        <a14:sharpenSoften amount="2000"/>
                      </a14:imgEffect>
                      <a14:imgEffect>
                        <a14:saturation sat="0"/>
                      </a14:imgEffect>
                      <a14:imgEffect>
                        <a14:brightnessContrast bright="6000" contrast="32000"/>
                      </a14:imgEffect>
                    </a14:imgLayer>
                  </a14:imgProps>
                </a:ext>
              </a:extLst>
            </a:blip>
            <a:srcRect/>
            <a:tile tx="0" ty="0" sx="100000" sy="100000" flip="none" algn="tl"/>
          </a:blipFill>
          <a:effectLst>
            <a:glow>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9" name="TextBox 8"/>
          <p:cNvSpPr txBox="1">
            <a:spLocks noChangeArrowheads="1"/>
          </p:cNvSpPr>
          <p:nvPr userDrawn="1"/>
        </p:nvSpPr>
        <p:spPr bwMode="auto">
          <a:xfrm>
            <a:off x="0" y="-26713"/>
            <a:ext cx="9144000" cy="646331"/>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Aft>
                <a:spcPts val="200"/>
              </a:spcAft>
              <a:defRPr/>
            </a:pPr>
            <a:r>
              <a:rPr lang="en-US" sz="3600" b="1">
                <a:ln w="10541" cmpd="sng">
                  <a:solidFill>
                    <a:srgbClr val="5B9BD5">
                      <a:shade val="88000"/>
                      <a:satMod val="110000"/>
                    </a:srgbClr>
                  </a:solidFill>
                  <a:prstDash val="solid"/>
                </a:ln>
                <a:solidFill>
                  <a:srgbClr val="FF0000"/>
                </a:solidFill>
                <a:latin typeface="Lucida Sans" pitchFamily="34" charset="0"/>
              </a:rPr>
              <a:t>BMS</a:t>
            </a:r>
            <a:r>
              <a:rPr lang="en-US" sz="2700" b="1">
                <a:ln w="10541" cmpd="sng">
                  <a:solidFill>
                    <a:srgbClr val="5B9BD5">
                      <a:shade val="88000"/>
                      <a:satMod val="110000"/>
                    </a:srgbClr>
                  </a:solidFill>
                  <a:prstDash val="solid"/>
                </a:ln>
                <a:solidFill>
                  <a:srgbClr val="FF0000"/>
                </a:solidFill>
                <a:latin typeface="Lucida Sans" pitchFamily="34" charset="0"/>
              </a:rPr>
              <a:t> </a:t>
            </a:r>
            <a:r>
              <a:rPr lang="en-US" sz="2000" b="1">
                <a:ln w="10541" cmpd="sng">
                  <a:solidFill>
                    <a:srgbClr val="5B9BD5">
                      <a:shade val="88000"/>
                      <a:satMod val="110000"/>
                    </a:srgbClr>
                  </a:solidFill>
                  <a:prstDash val="solid"/>
                </a:ln>
                <a:solidFill>
                  <a:srgbClr val="002060"/>
                </a:solidFill>
                <a:latin typeface="Lucida Sans" pitchFamily="34" charset="0"/>
              </a:rPr>
              <a:t>INSTITUTE OF TECHNOLOGY AND MANAGEMENT</a:t>
            </a:r>
            <a:endParaRPr lang="en-US" b="1">
              <a:ln w="10541" cmpd="sng">
                <a:solidFill>
                  <a:srgbClr val="5B9BD5">
                    <a:shade val="88000"/>
                    <a:satMod val="110000"/>
                  </a:srgbClr>
                </a:solidFill>
                <a:prstDash val="solid"/>
              </a:ln>
              <a:solidFill>
                <a:srgbClr val="002060"/>
              </a:solidFill>
              <a:latin typeface="Lucida Sans" pitchFamily="34" charset="0"/>
            </a:endParaRPr>
          </a:p>
        </p:txBody>
      </p:sp>
      <p:pic>
        <p:nvPicPr>
          <p:cNvPr id="10" name="Picture 9" descr="C:\Users\Placement\Downloads\Logos\BMSIT LOGO Sept 2015.jp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9148" y="17783"/>
            <a:ext cx="628128" cy="579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descr="Image result for india"/>
          <p:cNvPicPr>
            <a:picLocks noChangeAspect="1" noChangeArrowheads="1"/>
          </p:cNvPicPr>
          <p:nvPr userDrawn="1"/>
        </p:nvPicPr>
        <p:blipFill rotWithShape="1">
          <a:blip r:embed="rId6" cstate="print">
            <a:extLst>
              <a:ext uri="{28A0092B-C50C-407E-A947-70E740481C1C}">
                <a14:useLocalDpi xmlns:a14="http://schemas.microsoft.com/office/drawing/2010/main" val="0"/>
              </a:ext>
            </a:extLst>
          </a:blip>
          <a:srcRect l="19693" r="16352" b="17179"/>
          <a:stretch/>
        </p:blipFill>
        <p:spPr bwMode="auto">
          <a:xfrm>
            <a:off x="8503509" y="103921"/>
            <a:ext cx="461587" cy="489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201780"/>
      </p:ext>
    </p:extLst>
  </p:cSld>
  <p:clrMap bg1="lt1" tx1="dk1" bg2="lt2" tx2="dk2" accent1="accent1" accent2="accent2" accent3="accent3" accent4="accent4" accent5="accent5" accent6="accent6" hlink="hlink" folHlink="folHlink"/>
  <p:sldLayoutIdLst>
    <p:sldLayoutId id="2147483675" r:id="rId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20">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A0EB55-ABB4-451E-9910-88C0FCA39B3F}" type="datetime1">
              <a:rPr lang="en-IN" smtClean="0">
                <a:solidFill>
                  <a:prstClr val="black">
                    <a:tint val="75000"/>
                  </a:prstClr>
                </a:solidFill>
              </a:rPr>
              <a:t>11-02-2026</a:t>
            </a:fld>
            <a:endParaRPr lang="en-IN">
              <a:solidFill>
                <a:prstClr val="black">
                  <a:tint val="75000"/>
                </a:prstClr>
              </a:solidFill>
            </a:endParaRPr>
          </a:p>
        </p:txBody>
      </p:sp>
      <p:sp>
        <p:nvSpPr>
          <p:cNvPr id="3" name="Slide Number Placeholder 2"/>
          <p:cNvSpPr>
            <a:spLocks noGrp="1"/>
          </p:cNvSpPr>
          <p:nvPr>
            <p:ph type="sldNum" sz="quarter" idx="12"/>
          </p:nvPr>
        </p:nvSpPr>
        <p:spPr/>
        <p:txBody>
          <a:bodyPr/>
          <a:lstStyle/>
          <a:p>
            <a:fld id="{58CAE0E1-5C16-469C-80A6-45E1950F1503}" type="slidenum">
              <a:rPr lang="en-IN" smtClean="0">
                <a:solidFill>
                  <a:prstClr val="black">
                    <a:tint val="75000"/>
                  </a:prstClr>
                </a:solidFill>
              </a:rPr>
              <a:pPr/>
              <a:t>1</a:t>
            </a:fld>
            <a:endParaRPr lang="en-IN">
              <a:solidFill>
                <a:prstClr val="black">
                  <a:tint val="75000"/>
                </a:prstClr>
              </a:solidFill>
            </a:endParaRPr>
          </a:p>
        </p:txBody>
      </p:sp>
      <p:sp>
        <p:nvSpPr>
          <p:cNvPr id="9" name="TextBox 8"/>
          <p:cNvSpPr txBox="1"/>
          <p:nvPr/>
        </p:nvSpPr>
        <p:spPr>
          <a:xfrm>
            <a:off x="313606" y="709347"/>
            <a:ext cx="8834236" cy="3877985"/>
          </a:xfrm>
          <a:prstGeom prst="rect">
            <a:avLst/>
          </a:prstGeom>
          <a:noFill/>
        </p:spPr>
        <p:txBody>
          <a:bodyPr wrap="square" lIns="91440" tIns="45720" rIns="91440" bIns="45720" rtlCol="0" anchor="t">
            <a:spAutoFit/>
          </a:bodyPr>
          <a:lstStyle/>
          <a:p>
            <a:pPr algn="ctr"/>
            <a:r>
              <a:rPr lang="en-US" sz="2800" b="1" dirty="0">
                <a:latin typeface="Century Schoolbook"/>
              </a:rPr>
              <a:t>Department of Computer Science &amp; Engineering</a:t>
            </a:r>
            <a:endParaRPr lang="en-IN" sz="2800" b="1" dirty="0">
              <a:latin typeface="Century Schoolbook"/>
            </a:endParaRPr>
          </a:p>
          <a:p>
            <a:pPr algn="ctr"/>
            <a:r>
              <a:rPr lang="en-US" sz="2800" b="1" dirty="0">
                <a:solidFill>
                  <a:srgbClr val="FF0000"/>
                </a:solidFill>
                <a:latin typeface="Century Schoolbook"/>
              </a:rPr>
              <a:t>MINI PROJECT </a:t>
            </a:r>
            <a:r>
              <a:rPr lang="en-US" sz="2800" b="1" dirty="0" smtClean="0">
                <a:solidFill>
                  <a:srgbClr val="FF0000"/>
                </a:solidFill>
                <a:latin typeface="Century Schoolbook"/>
              </a:rPr>
              <a:t>REVIEW-0</a:t>
            </a:r>
            <a:endParaRPr lang="en-IN" sz="2800" dirty="0">
              <a:solidFill>
                <a:srgbClr val="FF0000"/>
              </a:solidFill>
              <a:latin typeface="Century Schoolbook"/>
              <a:ea typeface="Open Sans" panose="020B0606030504020204" pitchFamily="34" charset="0"/>
              <a:cs typeface="Open Sans" panose="020B0606030504020204" pitchFamily="34" charset="0"/>
            </a:endParaRPr>
          </a:p>
          <a:p>
            <a:pPr algn="ctr"/>
            <a:r>
              <a:rPr lang="en-GB" sz="3600" dirty="0">
                <a:solidFill>
                  <a:schemeClr val="accent6">
                    <a:lumMod val="50000"/>
                  </a:schemeClr>
                </a:solidFill>
                <a:latin typeface="Open Sans"/>
              </a:rPr>
              <a:t>Cloud-Native Auto-Scaling &amp; Self-Healing Application Platform </a:t>
            </a:r>
            <a:endParaRPr lang="en-GB" sz="3600" dirty="0" smtClean="0">
              <a:solidFill>
                <a:schemeClr val="accent6">
                  <a:lumMod val="50000"/>
                </a:schemeClr>
              </a:solidFill>
              <a:latin typeface="Open Sans"/>
            </a:endParaRPr>
          </a:p>
          <a:p>
            <a:pPr algn="ctr"/>
            <a:r>
              <a:rPr lang="en-IN" sz="2800" b="1" dirty="0" smtClean="0">
                <a:solidFill>
                  <a:schemeClr val="accent6">
                    <a:lumMod val="50000"/>
                  </a:schemeClr>
                </a:solidFill>
                <a:latin typeface="Open Sans"/>
                <a:ea typeface="Open Sans"/>
                <a:cs typeface="Open Sans"/>
              </a:rPr>
              <a:t>Domain : Cloud Computing</a:t>
            </a:r>
            <a:r>
              <a:rPr lang="en-IN" sz="3600" b="1" dirty="0" smtClean="0">
                <a:solidFill>
                  <a:schemeClr val="accent6">
                    <a:lumMod val="50000"/>
                  </a:schemeClr>
                </a:solidFill>
                <a:latin typeface="Open Sans"/>
                <a:ea typeface="Open Sans"/>
                <a:cs typeface="Open Sans"/>
              </a:rPr>
              <a:t> </a:t>
            </a:r>
            <a:endParaRPr lang="en-IN" dirty="0" smtClean="0">
              <a:solidFill>
                <a:schemeClr val="accent6">
                  <a:lumMod val="50000"/>
                </a:schemeClr>
              </a:solidFill>
            </a:endParaRPr>
          </a:p>
          <a:p>
            <a:pPr algn="ctr"/>
            <a:endParaRPr lang="en-IN" sz="3600" b="1" dirty="0">
              <a:solidFill>
                <a:srgbClr val="385723"/>
              </a:solidFill>
              <a:latin typeface="Open Sans"/>
              <a:ea typeface="Open Sans"/>
              <a:cs typeface="Open Sans"/>
            </a:endParaRPr>
          </a:p>
          <a:p>
            <a:endParaRPr lang="en-IN" dirty="0">
              <a:ea typeface="Calibri"/>
              <a:cs typeface="Calibri"/>
            </a:endParaRPr>
          </a:p>
        </p:txBody>
      </p:sp>
      <p:sp>
        <p:nvSpPr>
          <p:cNvPr id="5" name="Rectangle 4">
            <a:extLst>
              <a:ext uri="{FF2B5EF4-FFF2-40B4-BE49-F238E27FC236}">
                <a16:creationId xmlns:a16="http://schemas.microsoft.com/office/drawing/2014/main" xmlns="" id="{FE0920C1-56EE-1739-36AE-C576671135FD}"/>
              </a:ext>
            </a:extLst>
          </p:cNvPr>
          <p:cNvSpPr/>
          <p:nvPr/>
        </p:nvSpPr>
        <p:spPr>
          <a:xfrm>
            <a:off x="543165" y="3558710"/>
            <a:ext cx="8322733" cy="3293209"/>
          </a:xfrm>
          <a:prstGeom prst="rect">
            <a:avLst/>
          </a:prstGeom>
        </p:spPr>
        <p:txBody>
          <a:bodyPr wrap="square" lIns="91440" tIns="45720" rIns="91440" bIns="45720" anchor="t">
            <a:spAutoFit/>
          </a:bodyPr>
          <a:lstStyle/>
          <a:p>
            <a:pPr algn="ctr"/>
            <a:endParaRPr lang="en-US" b="1" dirty="0">
              <a:latin typeface="Open Sans" panose="020B0606030504020204" pitchFamily="34" charset="0"/>
              <a:ea typeface="Open Sans" panose="020B0606030504020204" pitchFamily="34" charset="0"/>
              <a:cs typeface="Open Sans" panose="020B0606030504020204" pitchFamily="34" charset="0"/>
            </a:endParaRPr>
          </a:p>
          <a:p>
            <a:pPr algn="ctr"/>
            <a:r>
              <a:rPr lang="en-US" b="1" dirty="0">
                <a:latin typeface="Open Sans"/>
                <a:ea typeface="Open Sans"/>
                <a:cs typeface="Open Sans"/>
              </a:rPr>
              <a:t>Presented By</a:t>
            </a:r>
          </a:p>
          <a:p>
            <a:endParaRPr lang="en-US" b="1" dirty="0">
              <a:latin typeface="Open Sans"/>
              <a:ea typeface="Open Sans"/>
              <a:cs typeface="Open Sans"/>
            </a:endParaRPr>
          </a:p>
          <a:p>
            <a:endParaRPr lang="en-US" b="1" dirty="0">
              <a:latin typeface="Open Sans" panose="020B0606030504020204" pitchFamily="34" charset="0"/>
              <a:ea typeface="Open Sans" panose="020B0606030504020204" pitchFamily="34" charset="0"/>
              <a:cs typeface="Open Sans" panose="020B0606030504020204" pitchFamily="34" charset="0"/>
            </a:endParaRPr>
          </a:p>
          <a:p>
            <a:endParaRPr lang="en-US" b="1" dirty="0">
              <a:latin typeface="Open Sans" panose="020B0606030504020204" pitchFamily="34" charset="0"/>
              <a:ea typeface="Open Sans" panose="020B0606030504020204" pitchFamily="34" charset="0"/>
              <a:cs typeface="Open Sans" panose="020B0606030504020204" pitchFamily="34" charset="0"/>
            </a:endParaRPr>
          </a:p>
          <a:p>
            <a:endParaRPr lang="en-US" b="1" dirty="0">
              <a:latin typeface="Open Sans" panose="020B0606030504020204" pitchFamily="34" charset="0"/>
              <a:ea typeface="Open Sans" panose="020B0606030504020204" pitchFamily="34" charset="0"/>
              <a:cs typeface="Open Sans" panose="020B0606030504020204" pitchFamily="34" charset="0"/>
            </a:endParaRPr>
          </a:p>
          <a:p>
            <a:pPr algn="ctr"/>
            <a:endParaRPr lang="en-US" sz="2800" dirty="0">
              <a:latin typeface="Open Sans"/>
              <a:ea typeface="Open Sans"/>
              <a:cs typeface="Open Sans"/>
            </a:endParaRPr>
          </a:p>
          <a:p>
            <a:pPr algn="ctr"/>
            <a:r>
              <a:rPr lang="en-US" sz="2800" dirty="0">
                <a:latin typeface="Open Sans"/>
                <a:ea typeface="Open Sans"/>
                <a:cs typeface="Open Sans"/>
              </a:rPr>
              <a:t>Under the guidance of</a:t>
            </a:r>
            <a:endParaRPr lang="en-IN" sz="2800" dirty="0">
              <a:latin typeface="Open Sans"/>
              <a:ea typeface="Open Sans"/>
              <a:cs typeface="Open Sans"/>
            </a:endParaRPr>
          </a:p>
          <a:p>
            <a:pPr algn="ctr"/>
            <a:r>
              <a:rPr lang="en-US" sz="2800" b="1" dirty="0" err="1" smtClean="0">
                <a:solidFill>
                  <a:schemeClr val="accent2">
                    <a:lumMod val="75000"/>
                  </a:schemeClr>
                </a:solidFill>
                <a:latin typeface="Open Sans"/>
                <a:ea typeface="Open Sans"/>
                <a:cs typeface="Open Sans"/>
              </a:rPr>
              <a:t>Prof.Radhila</a:t>
            </a:r>
            <a:r>
              <a:rPr lang="en-US" sz="2800" b="1" dirty="0" smtClean="0">
                <a:solidFill>
                  <a:schemeClr val="accent2">
                    <a:lumMod val="75000"/>
                  </a:schemeClr>
                </a:solidFill>
                <a:latin typeface="Open Sans"/>
                <a:ea typeface="Open Sans"/>
                <a:cs typeface="Open Sans"/>
              </a:rPr>
              <a:t> KR</a:t>
            </a:r>
            <a:endParaRPr lang="en-US" sz="2800" b="1" dirty="0">
              <a:solidFill>
                <a:schemeClr val="accent2">
                  <a:lumMod val="75000"/>
                </a:schemeClr>
              </a:solidFill>
              <a:latin typeface="Open Sans"/>
              <a:ea typeface="Open Sans"/>
              <a:cs typeface="Open Sans"/>
            </a:endParaRPr>
          </a:p>
          <a:p>
            <a:pPr algn="ctr"/>
            <a:r>
              <a:rPr lang="en-US" sz="1600" b="1" dirty="0">
                <a:solidFill>
                  <a:schemeClr val="tx1">
                    <a:lumMod val="95000"/>
                    <a:lumOff val="5000"/>
                  </a:schemeClr>
                </a:solidFill>
                <a:latin typeface="Open Sans"/>
                <a:ea typeface="Open Sans"/>
                <a:cs typeface="Open Sans"/>
              </a:rPr>
              <a:t>Assistant Professor</a:t>
            </a:r>
            <a:endParaRPr lang="en-US" sz="1200" b="1" dirty="0">
              <a:solidFill>
                <a:schemeClr val="tx1">
                  <a:lumMod val="95000"/>
                  <a:lumOff val="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
            <a:extLst>
              <a:ext uri="{FF2B5EF4-FFF2-40B4-BE49-F238E27FC236}">
                <a16:creationId xmlns:a16="http://schemas.microsoft.com/office/drawing/2014/main" xmlns="" id="{D19B7930-A20F-35ED-5561-196190C87C4B}"/>
              </a:ext>
            </a:extLst>
          </p:cNvPr>
          <p:cNvSpPr txBox="1"/>
          <p:nvPr/>
        </p:nvSpPr>
        <p:spPr>
          <a:xfrm>
            <a:off x="822054" y="4339684"/>
            <a:ext cx="776172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latin typeface="Open Sans"/>
                <a:ea typeface="Open Sans"/>
                <a:cs typeface="Open Sans"/>
              </a:rPr>
              <a:t>NAME: </a:t>
            </a:r>
            <a:r>
              <a:rPr lang="en-US" b="1" dirty="0" smtClean="0">
                <a:latin typeface="Open Sans"/>
                <a:ea typeface="Open Sans"/>
                <a:cs typeface="Open Sans"/>
              </a:rPr>
              <a:t/>
            </a:r>
            <a:br>
              <a:rPr lang="en-US" b="1" dirty="0" smtClean="0">
                <a:latin typeface="Open Sans"/>
                <a:ea typeface="Open Sans"/>
                <a:cs typeface="Open Sans"/>
              </a:rPr>
            </a:br>
            <a:r>
              <a:rPr lang="en-US" b="1" dirty="0" smtClean="0">
                <a:latin typeface="Open Sans"/>
                <a:ea typeface="Open Sans"/>
                <a:cs typeface="Open Sans"/>
              </a:rPr>
              <a:t>               </a:t>
            </a:r>
            <a:r>
              <a:rPr lang="en-US" b="1" dirty="0" err="1" smtClean="0">
                <a:latin typeface="Open Sans"/>
                <a:ea typeface="Open Sans"/>
                <a:cs typeface="Open Sans"/>
              </a:rPr>
              <a:t>Tavish</a:t>
            </a:r>
            <a:r>
              <a:rPr lang="en-US" b="1" dirty="0" smtClean="0">
                <a:latin typeface="Open Sans"/>
                <a:ea typeface="Open Sans"/>
                <a:cs typeface="Open Sans"/>
              </a:rPr>
              <a:t> S Kishore</a:t>
            </a:r>
            <a:endParaRPr lang="en-IN" dirty="0" smtClean="0">
              <a:latin typeface="Open Sans"/>
              <a:ea typeface="Open Sans"/>
              <a:cs typeface="Open Sans"/>
            </a:endParaRPr>
          </a:p>
          <a:p>
            <a:r>
              <a:rPr lang="en-US" b="1" dirty="0" smtClean="0">
                <a:latin typeface="Open Sans"/>
                <a:ea typeface="Open Sans"/>
                <a:cs typeface="Open Sans"/>
              </a:rPr>
              <a:t>       Vishal Joshi</a:t>
            </a:r>
            <a:endParaRPr lang="en-US" dirty="0" smtClean="0">
              <a:latin typeface="Open Sans"/>
              <a:ea typeface="Open Sans"/>
              <a:cs typeface="Open Sans"/>
            </a:endParaRPr>
          </a:p>
          <a:p>
            <a:r>
              <a:rPr lang="en-US" b="1" dirty="0">
                <a:latin typeface="Open Sans"/>
                <a:ea typeface="Open Sans"/>
                <a:cs typeface="Open Sans"/>
              </a:rPr>
              <a:t>     </a:t>
            </a:r>
            <a:r>
              <a:rPr lang="en-US" b="1" dirty="0" smtClean="0">
                <a:latin typeface="Open Sans"/>
                <a:ea typeface="Open Sans"/>
                <a:cs typeface="Open Sans"/>
              </a:rPr>
              <a:t>  </a:t>
            </a:r>
            <a:r>
              <a:rPr lang="en-US" b="1" dirty="0" err="1" smtClean="0">
                <a:latin typeface="Open Sans"/>
                <a:ea typeface="Open Sans"/>
                <a:cs typeface="Open Sans"/>
              </a:rPr>
              <a:t>Saurav</a:t>
            </a:r>
            <a:r>
              <a:rPr lang="en-US" b="1" dirty="0" smtClean="0">
                <a:latin typeface="Open Sans"/>
                <a:ea typeface="Open Sans"/>
                <a:cs typeface="Open Sans"/>
              </a:rPr>
              <a:t> Shah</a:t>
            </a:r>
            <a:endParaRPr lang="en-US" dirty="0"/>
          </a:p>
        </p:txBody>
      </p:sp>
      <p:sp>
        <p:nvSpPr>
          <p:cNvPr id="6" name="TextBox 5">
            <a:extLst>
              <a:ext uri="{FF2B5EF4-FFF2-40B4-BE49-F238E27FC236}">
                <a16:creationId xmlns:a16="http://schemas.microsoft.com/office/drawing/2014/main" xmlns="" id="{2ADEB58F-AB32-241B-82DB-561A6D9FFD12}"/>
              </a:ext>
            </a:extLst>
          </p:cNvPr>
          <p:cNvSpPr txBox="1"/>
          <p:nvPr/>
        </p:nvSpPr>
        <p:spPr>
          <a:xfrm>
            <a:off x="6079382" y="4320567"/>
            <a:ext cx="2829398"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ea typeface="Calibri"/>
                <a:cs typeface="Calibri"/>
              </a:rPr>
              <a:t>USN</a:t>
            </a:r>
            <a:r>
              <a:rPr lang="en-US" dirty="0" smtClean="0">
                <a:ea typeface="Calibri"/>
                <a:cs typeface="Calibri"/>
              </a:rPr>
              <a:t>:</a:t>
            </a:r>
            <a:br>
              <a:rPr lang="en-US" dirty="0" smtClean="0">
                <a:ea typeface="Calibri"/>
                <a:cs typeface="Calibri"/>
              </a:rPr>
            </a:br>
            <a:r>
              <a:rPr lang="en-US" dirty="0" smtClean="0">
                <a:ea typeface="Calibri"/>
                <a:cs typeface="Calibri"/>
              </a:rPr>
              <a:t>       </a:t>
            </a:r>
            <a:r>
              <a:rPr lang="en-US" b="1" dirty="0" smtClean="0">
                <a:latin typeface="Open Sans"/>
                <a:ea typeface="Open Sans"/>
                <a:cs typeface="Open Sans"/>
              </a:rPr>
              <a:t>1BY23CS245</a:t>
            </a:r>
            <a:endParaRPr lang="en-US" b="1" dirty="0">
              <a:latin typeface="Open Sans"/>
              <a:ea typeface="Open Sans"/>
              <a:cs typeface="Open Sans"/>
            </a:endParaRPr>
          </a:p>
          <a:p>
            <a:r>
              <a:rPr lang="en-US" b="1" dirty="0">
                <a:latin typeface="Open Sans"/>
                <a:ea typeface="Open Sans"/>
                <a:cs typeface="Open Sans"/>
              </a:rPr>
              <a:t>     </a:t>
            </a:r>
            <a:r>
              <a:rPr lang="en-US" b="1" dirty="0" smtClean="0">
                <a:latin typeface="Open Sans"/>
                <a:ea typeface="Open Sans"/>
                <a:cs typeface="Open Sans"/>
              </a:rPr>
              <a:t>1BY23CS267</a:t>
            </a:r>
            <a:endParaRPr lang="en-US" b="1" dirty="0">
              <a:latin typeface="Open Sans"/>
              <a:ea typeface="Open Sans"/>
              <a:cs typeface="Open Sans"/>
            </a:endParaRPr>
          </a:p>
          <a:p>
            <a:r>
              <a:rPr lang="en-US" b="1" dirty="0">
                <a:latin typeface="Open Sans"/>
                <a:ea typeface="Open Sans"/>
                <a:cs typeface="Open Sans"/>
              </a:rPr>
              <a:t>         </a:t>
            </a:r>
            <a:r>
              <a:rPr lang="en-US" b="1" dirty="0" smtClean="0">
                <a:latin typeface="Open Sans"/>
                <a:ea typeface="Open Sans"/>
                <a:cs typeface="Open Sans"/>
              </a:rPr>
              <a:t>1BY23CS2</a:t>
            </a:r>
            <a:endParaRPr lang="en-US" b="1" dirty="0">
              <a:latin typeface="Open Sans"/>
              <a:ea typeface="Open Sans"/>
              <a:cs typeface="Open Sans"/>
            </a:endParaRPr>
          </a:p>
        </p:txBody>
      </p:sp>
    </p:spTree>
    <p:extLst>
      <p:ext uri="{BB962C8B-B14F-4D97-AF65-F5344CB8AC3E}">
        <p14:creationId xmlns:p14="http://schemas.microsoft.com/office/powerpoint/2010/main" val="4034495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xmlns="" id="{5BDD4D8B-FBE6-4AC5-AE7B-CE5CBD8F97D8}"/>
              </a:ext>
            </a:extLst>
          </p:cNvPr>
          <p:cNvSpPr>
            <a:spLocks noGrp="1"/>
          </p:cNvSpPr>
          <p:nvPr>
            <p:ph type="sldNum" sz="quarter" idx="12"/>
          </p:nvPr>
        </p:nvSpPr>
        <p:spPr/>
        <p:txBody>
          <a:bodyPr/>
          <a:lstStyle/>
          <a:p>
            <a:r>
              <a:rPr lang="en-IN" sz="1100">
                <a:ln w="0"/>
                <a:solidFill>
                  <a:schemeClr val="tx1"/>
                </a:solidFill>
                <a:effectLst>
                  <a:outerShdw blurRad="38100" dist="19050" dir="2700000" algn="tl" rotWithShape="0">
                    <a:schemeClr val="dk1">
                      <a:alpha val="40000"/>
                    </a:schemeClr>
                  </a:outerShdw>
                </a:effectLst>
              </a:rPr>
              <a:t>Slide No </a:t>
            </a:r>
            <a:fld id="{58CAE0E1-5C16-469C-80A6-45E1950F1503}" type="slidenum">
              <a:rPr lang="en-IN" sz="1100" smtClean="0">
                <a:ln w="0"/>
                <a:solidFill>
                  <a:schemeClr val="tx1"/>
                </a:solidFill>
                <a:effectLst>
                  <a:outerShdw blurRad="38100" dist="19050" dir="2700000" algn="tl" rotWithShape="0">
                    <a:schemeClr val="dk1">
                      <a:alpha val="40000"/>
                    </a:schemeClr>
                  </a:outerShdw>
                </a:effectLst>
              </a:rPr>
              <a:pPr/>
              <a:t>2</a:t>
            </a:fld>
            <a:endParaRPr lang="en-IN" sz="1100">
              <a:ln w="0"/>
              <a:solidFill>
                <a:schemeClr val="tx1"/>
              </a:solidFill>
              <a:effectLst>
                <a:outerShdw blurRad="38100" dist="19050" dir="2700000" algn="tl" rotWithShape="0">
                  <a:schemeClr val="dk1">
                    <a:alpha val="40000"/>
                  </a:schemeClr>
                </a:outerShdw>
              </a:effectLst>
            </a:endParaRPr>
          </a:p>
        </p:txBody>
      </p:sp>
      <p:sp>
        <p:nvSpPr>
          <p:cNvPr id="4" name="Title 1">
            <a:extLst>
              <a:ext uri="{FF2B5EF4-FFF2-40B4-BE49-F238E27FC236}">
                <a16:creationId xmlns:a16="http://schemas.microsoft.com/office/drawing/2014/main" xmlns="" id="{C4AF2CDD-1A72-45E0-A1C2-AA3056D57444}"/>
              </a:ext>
            </a:extLst>
          </p:cNvPr>
          <p:cNvSpPr txBox="1">
            <a:spLocks/>
          </p:cNvSpPr>
          <p:nvPr/>
        </p:nvSpPr>
        <p:spPr>
          <a:xfrm>
            <a:off x="2395471" y="862870"/>
            <a:ext cx="3799268" cy="489399"/>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u="sng">
                <a:ln w="10541" cmpd="sng">
                  <a:solidFill>
                    <a:srgbClr val="5B9BD5">
                      <a:shade val="88000"/>
                      <a:satMod val="110000"/>
                    </a:srgbClr>
                  </a:solidFill>
                  <a:prstDash val="solid"/>
                </a:ln>
                <a:latin typeface="Open Sans"/>
                <a:ea typeface="Open Sans"/>
                <a:cs typeface="Open Sans"/>
              </a:rPr>
              <a:t>Content</a:t>
            </a:r>
            <a:r>
              <a:rPr lang="en-US" b="1" u="sng">
                <a:ln w="10541" cmpd="sng">
                  <a:solidFill>
                    <a:srgbClr val="5B9BD5">
                      <a:shade val="88000"/>
                      <a:satMod val="110000"/>
                    </a:srgbClr>
                  </a:solidFill>
                  <a:prstDash val="solid"/>
                </a:ln>
                <a:solidFill>
                  <a:srgbClr val="FF0000"/>
                </a:solidFill>
                <a:latin typeface="Cambria"/>
                <a:ea typeface="Cambria"/>
                <a:cs typeface="+mn-cs"/>
              </a:rPr>
              <a:t> </a:t>
            </a:r>
          </a:p>
        </p:txBody>
      </p:sp>
      <p:sp>
        <p:nvSpPr>
          <p:cNvPr id="5" name="Rectangle 4"/>
          <p:cNvSpPr/>
          <p:nvPr/>
        </p:nvSpPr>
        <p:spPr>
          <a:xfrm>
            <a:off x="101600" y="1664038"/>
            <a:ext cx="8953500" cy="4553747"/>
          </a:xfrm>
          <a:prstGeom prst="rect">
            <a:avLst/>
          </a:prstGeom>
        </p:spPr>
        <p:txBody>
          <a:bodyPr wrap="square" lIns="91440" tIns="45720" rIns="91440" bIns="45720" anchor="t">
            <a:spAutoFit/>
          </a:bodyPr>
          <a:lstStyle/>
          <a:p>
            <a:pPr marL="342900" indent="-342900">
              <a:buFont typeface="Arial"/>
              <a:buChar char="•"/>
            </a:pPr>
            <a:r>
              <a:rPr lang="en-US" sz="2400" dirty="0">
                <a:latin typeface="Calibri"/>
                <a:ea typeface="Calibri"/>
                <a:cs typeface="Calibri"/>
              </a:rPr>
              <a:t>Introduction</a:t>
            </a:r>
            <a:endParaRPr lang="en-US" sz="2400" dirty="0">
              <a:ea typeface="Calibri"/>
              <a:cs typeface="Calibri"/>
            </a:endParaRPr>
          </a:p>
          <a:p>
            <a:pPr marL="342900" indent="-342900">
              <a:buFont typeface="Arial"/>
              <a:buChar char="•"/>
            </a:pPr>
            <a:r>
              <a:rPr lang="en-US" sz="2400" dirty="0">
                <a:latin typeface="Calibri"/>
                <a:ea typeface="Calibri"/>
                <a:cs typeface="Calibri"/>
              </a:rPr>
              <a:t>Problem Statement</a:t>
            </a:r>
          </a:p>
          <a:p>
            <a:pPr marL="342900" indent="-342900">
              <a:buFont typeface="Arial"/>
              <a:buChar char="•"/>
            </a:pPr>
            <a:r>
              <a:rPr lang="en-US" sz="2400" dirty="0">
                <a:latin typeface="Calibri"/>
                <a:ea typeface="Calibri"/>
                <a:cs typeface="Calibri"/>
              </a:rPr>
              <a:t>Objectives</a:t>
            </a:r>
            <a:endParaRPr lang="en-US" sz="2400" dirty="0">
              <a:ea typeface="Calibri"/>
              <a:cs typeface="Calibri"/>
            </a:endParaRPr>
          </a:p>
          <a:p>
            <a:pPr marL="342900" indent="-342900">
              <a:buFont typeface="Arial"/>
              <a:buChar char="•"/>
            </a:pPr>
            <a:r>
              <a:rPr lang="en-US" sz="2400" dirty="0">
                <a:latin typeface="Calibri"/>
                <a:ea typeface="Calibri"/>
                <a:cs typeface="Calibri"/>
              </a:rPr>
              <a:t>Existing System :Literature Survey</a:t>
            </a:r>
          </a:p>
          <a:p>
            <a:pPr marL="342900" indent="-342900">
              <a:buFont typeface="Arial"/>
              <a:buChar char="•"/>
            </a:pPr>
            <a:r>
              <a:rPr lang="en-US" sz="2400" dirty="0">
                <a:latin typeface="Calibri"/>
                <a:ea typeface="Calibri"/>
                <a:cs typeface="Calibri"/>
              </a:rPr>
              <a:t>Proposed System </a:t>
            </a:r>
            <a:endParaRPr lang="en-US" sz="2400" dirty="0">
              <a:ea typeface="Calibri"/>
              <a:cs typeface="Calibri"/>
            </a:endParaRPr>
          </a:p>
          <a:p>
            <a:pPr marL="342900" indent="-342900">
              <a:buFont typeface="Arial"/>
              <a:buChar char="•"/>
            </a:pPr>
            <a:r>
              <a:rPr lang="en-US" sz="2400" dirty="0">
                <a:latin typeface="Calibri"/>
                <a:ea typeface="Calibri"/>
                <a:cs typeface="Calibri"/>
              </a:rPr>
              <a:t>Proposed Methodology</a:t>
            </a:r>
          </a:p>
          <a:p>
            <a:pPr marL="342900" indent="-342900">
              <a:buFont typeface="Arial"/>
              <a:buChar char="•"/>
            </a:pPr>
            <a:r>
              <a:rPr lang="en-US" sz="2400" dirty="0">
                <a:latin typeface="Calibri"/>
                <a:ea typeface="Calibri"/>
                <a:cs typeface="Calibri"/>
              </a:rPr>
              <a:t>Tools and Technologies System Requirement Specifications </a:t>
            </a:r>
            <a:endParaRPr lang="en-US" sz="2400" dirty="0">
              <a:ea typeface="Calibri"/>
              <a:cs typeface="Calibri"/>
            </a:endParaRPr>
          </a:p>
          <a:p>
            <a:pPr marL="342900" indent="-342900">
              <a:buFont typeface="Arial"/>
              <a:buChar char="•"/>
            </a:pPr>
            <a:r>
              <a:rPr lang="en-US" sz="2400" dirty="0">
                <a:latin typeface="Calibri"/>
                <a:ea typeface="Calibri"/>
                <a:cs typeface="Calibri"/>
              </a:rPr>
              <a:t>Outcome of the project</a:t>
            </a:r>
            <a:endParaRPr lang="en-US" sz="2400" dirty="0">
              <a:ea typeface="Calibri"/>
              <a:cs typeface="Calibri"/>
            </a:endParaRPr>
          </a:p>
          <a:p>
            <a:pPr marL="342900" indent="-342900">
              <a:buFont typeface="Arial"/>
              <a:buChar char="•"/>
            </a:pPr>
            <a:r>
              <a:rPr lang="en-US" sz="2400" dirty="0">
                <a:latin typeface="Calibri"/>
                <a:ea typeface="Calibri"/>
                <a:cs typeface="Calibri"/>
              </a:rPr>
              <a:t>Applications of the Project</a:t>
            </a:r>
            <a:endParaRPr lang="en-US" sz="2400" dirty="0">
              <a:ea typeface="Calibri"/>
              <a:cs typeface="Calibri"/>
            </a:endParaRPr>
          </a:p>
          <a:p>
            <a:pPr marL="342900" indent="-342900">
              <a:buFont typeface="Arial"/>
              <a:buChar char="•"/>
            </a:pPr>
            <a:r>
              <a:rPr lang="en-US" sz="2400" dirty="0">
                <a:latin typeface="Calibri"/>
                <a:ea typeface="Calibri"/>
                <a:cs typeface="Calibri"/>
              </a:rPr>
              <a:t>Conclusion </a:t>
            </a:r>
            <a:endParaRPr lang="en-US" sz="2400" dirty="0">
              <a:ea typeface="Calibri"/>
              <a:cs typeface="Calibri"/>
            </a:endParaRPr>
          </a:p>
          <a:p>
            <a:pPr marL="342900" indent="-342900">
              <a:buFont typeface="Arial"/>
              <a:buChar char="•"/>
            </a:pPr>
            <a:r>
              <a:rPr lang="en-US" sz="2400" dirty="0">
                <a:latin typeface="Calibri"/>
                <a:ea typeface="Calibri"/>
                <a:cs typeface="Calibri"/>
              </a:rPr>
              <a:t>References </a:t>
            </a:r>
            <a:endParaRPr lang="en-US" sz="2400" dirty="0">
              <a:ea typeface="Calibri"/>
              <a:cs typeface="Calibri"/>
            </a:endParaRPr>
          </a:p>
          <a:p>
            <a:pPr marL="571500" indent="-571500">
              <a:lnSpc>
                <a:spcPct val="120000"/>
              </a:lnSpc>
              <a:buFont typeface="Arial" panose="02040503050406030204" pitchFamily="18" charset="0"/>
              <a:buChar char="•"/>
            </a:pPr>
            <a:endParaRPr lang="en-US" sz="2400" dirty="0">
              <a:latin typeface="Century Schoolbook" panose="02040604050505020304" pitchFamily="18" charset="0"/>
            </a:endParaRPr>
          </a:p>
        </p:txBody>
      </p:sp>
    </p:spTree>
    <p:extLst>
      <p:ext uri="{BB962C8B-B14F-4D97-AF65-F5344CB8AC3E}">
        <p14:creationId xmlns:p14="http://schemas.microsoft.com/office/powerpoint/2010/main" val="4030794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BFD7C009-B752-5A57-D11F-6646B31468AD}"/>
              </a:ext>
            </a:extLst>
          </p:cNvPr>
          <p:cNvSpPr>
            <a:spLocks noGrp="1"/>
          </p:cNvSpPr>
          <p:nvPr>
            <p:ph type="dt" sz="half" idx="10"/>
          </p:nvPr>
        </p:nvSpPr>
        <p:spPr/>
        <p:txBody>
          <a:bodyPr/>
          <a:lstStyle/>
          <a:p>
            <a:fld id="{63A3EE4F-D625-4D08-8985-41636378A49F}" type="datetime1">
              <a:rPr lang="en-IN" smtClean="0">
                <a:solidFill>
                  <a:prstClr val="black">
                    <a:tint val="75000"/>
                  </a:prstClr>
                </a:solidFill>
              </a:rPr>
              <a:t>11-02-2026</a:t>
            </a:fld>
            <a:endParaRPr lang="en-IN">
              <a:solidFill>
                <a:prstClr val="black">
                  <a:tint val="75000"/>
                </a:prstClr>
              </a:solidFill>
            </a:endParaRPr>
          </a:p>
        </p:txBody>
      </p:sp>
      <p:sp>
        <p:nvSpPr>
          <p:cNvPr id="3" name="Slide Number Placeholder 2">
            <a:extLst>
              <a:ext uri="{FF2B5EF4-FFF2-40B4-BE49-F238E27FC236}">
                <a16:creationId xmlns:a16="http://schemas.microsoft.com/office/drawing/2014/main" xmlns="" id="{726DA7C4-3280-E491-0BA9-D5776F98504D}"/>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pPr/>
              <a:t>3</a:t>
            </a:fld>
            <a:endParaRPr lang="en-IN">
              <a:solidFill>
                <a:prstClr val="black">
                  <a:tint val="75000"/>
                </a:prstClr>
              </a:solidFill>
            </a:endParaRPr>
          </a:p>
        </p:txBody>
      </p:sp>
      <p:sp>
        <p:nvSpPr>
          <p:cNvPr id="5" name="TextBox 4">
            <a:extLst>
              <a:ext uri="{FF2B5EF4-FFF2-40B4-BE49-F238E27FC236}">
                <a16:creationId xmlns:a16="http://schemas.microsoft.com/office/drawing/2014/main" xmlns="" id="{5BE01438-4F8F-4084-BE0D-25E4B578F6CE}"/>
              </a:ext>
            </a:extLst>
          </p:cNvPr>
          <p:cNvSpPr txBox="1"/>
          <p:nvPr/>
        </p:nvSpPr>
        <p:spPr>
          <a:xfrm>
            <a:off x="319548" y="889843"/>
            <a:ext cx="8504903" cy="5755422"/>
          </a:xfrm>
          <a:prstGeom prst="rect">
            <a:avLst/>
          </a:prstGeom>
          <a:noFill/>
        </p:spPr>
        <p:txBody>
          <a:bodyPr wrap="square" lIns="91440" tIns="45720" rIns="91440" bIns="45720" anchor="t">
            <a:spAutoFit/>
          </a:bodyPr>
          <a:lstStyle/>
          <a:p>
            <a:pPr algn="ctr">
              <a:buNone/>
            </a:pPr>
            <a:r>
              <a:rPr lang="en-IN" sz="3600" b="1" u="sng" dirty="0"/>
              <a:t>Introduction</a:t>
            </a:r>
            <a:endParaRPr lang="en-IN" sz="3600" b="1" u="sng" dirty="0">
              <a:ea typeface="Calibri"/>
              <a:cs typeface="Calibri"/>
            </a:endParaRPr>
          </a:p>
          <a:p>
            <a:pPr algn="ctr">
              <a:buNone/>
            </a:pPr>
            <a:endParaRPr lang="en-US" sz="2000" dirty="0"/>
          </a:p>
          <a:p>
            <a:r>
              <a:rPr lang="en-GB" sz="2400" dirty="0"/>
              <a:t>Cloud-native architecture refers to a modern approach to building and deploying applications that are specifically designed to operate in cloud environments. Unlike traditional monolithic systems, cloud-native applications are developed using </a:t>
            </a:r>
            <a:r>
              <a:rPr lang="en-GB" sz="2400" dirty="0" smtClean="0"/>
              <a:t>micro services </a:t>
            </a:r>
            <a:r>
              <a:rPr lang="en-GB" sz="2400" dirty="0"/>
              <a:t>architecture, containerization, dynamic orchestration, and continuous integration practices. These systems are highly scalable, resilient, and fault-tolerant. Technologies such as Docker enable containerization, while orchestration platforms like Kubernetes manage deployment, scaling, and recovery. Monitoring tools such as Prometheus help in tracking system health and performance. The proposed project focuses on designing a cloud-native platform capable of automatic scaling and self-healing to ensure high availability and reliability.</a:t>
            </a:r>
            <a:endParaRPr lang="en-US" sz="2400" dirty="0">
              <a:ea typeface="+mn-lt"/>
              <a:cs typeface="+mn-lt"/>
            </a:endParaRPr>
          </a:p>
        </p:txBody>
      </p:sp>
    </p:spTree>
    <p:extLst>
      <p:ext uri="{BB962C8B-B14F-4D97-AF65-F5344CB8AC3E}">
        <p14:creationId xmlns:p14="http://schemas.microsoft.com/office/powerpoint/2010/main" val="3426779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D6CFFE5A-39A5-A63D-9003-8A1F14518B10}"/>
              </a:ext>
            </a:extLst>
          </p:cNvPr>
          <p:cNvSpPr>
            <a:spLocks noGrp="1"/>
          </p:cNvSpPr>
          <p:nvPr>
            <p:ph type="dt" sz="half" idx="10"/>
          </p:nvPr>
        </p:nvSpPr>
        <p:spPr/>
        <p:txBody>
          <a:bodyPr/>
          <a:lstStyle/>
          <a:p>
            <a:fld id="{63A3EE4F-D625-4D08-8985-41636378A49F}" type="datetime1">
              <a:rPr lang="en-IN" smtClean="0">
                <a:solidFill>
                  <a:prstClr val="black">
                    <a:tint val="75000"/>
                  </a:prstClr>
                </a:solidFill>
              </a:rPr>
              <a:t>11-02-2026</a:t>
            </a:fld>
            <a:endParaRPr lang="en-IN">
              <a:solidFill>
                <a:prstClr val="black">
                  <a:tint val="75000"/>
                </a:prstClr>
              </a:solidFill>
            </a:endParaRPr>
          </a:p>
        </p:txBody>
      </p:sp>
      <p:sp>
        <p:nvSpPr>
          <p:cNvPr id="3" name="Slide Number Placeholder 2">
            <a:extLst>
              <a:ext uri="{FF2B5EF4-FFF2-40B4-BE49-F238E27FC236}">
                <a16:creationId xmlns:a16="http://schemas.microsoft.com/office/drawing/2014/main" xmlns="" id="{7452C0F3-95A2-8ECE-8CBE-E888C003A4E3}"/>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pPr/>
              <a:t>4</a:t>
            </a:fld>
            <a:endParaRPr lang="en-IN">
              <a:solidFill>
                <a:prstClr val="black">
                  <a:tint val="75000"/>
                </a:prstClr>
              </a:solidFill>
            </a:endParaRPr>
          </a:p>
        </p:txBody>
      </p:sp>
      <p:sp>
        <p:nvSpPr>
          <p:cNvPr id="5" name="TextBox 4">
            <a:extLst>
              <a:ext uri="{FF2B5EF4-FFF2-40B4-BE49-F238E27FC236}">
                <a16:creationId xmlns:a16="http://schemas.microsoft.com/office/drawing/2014/main" xmlns="" id="{7C4EE798-9439-A9E3-9B61-05C520528EF2}"/>
              </a:ext>
            </a:extLst>
          </p:cNvPr>
          <p:cNvSpPr txBox="1"/>
          <p:nvPr/>
        </p:nvSpPr>
        <p:spPr>
          <a:xfrm>
            <a:off x="265471" y="993058"/>
            <a:ext cx="8760542" cy="6432530"/>
          </a:xfrm>
          <a:prstGeom prst="rect">
            <a:avLst/>
          </a:prstGeom>
          <a:noFill/>
        </p:spPr>
        <p:txBody>
          <a:bodyPr wrap="square" lIns="91440" tIns="45720" rIns="91440" bIns="45720" anchor="t">
            <a:spAutoFit/>
          </a:bodyPr>
          <a:lstStyle/>
          <a:p>
            <a:pPr algn="ctr"/>
            <a:r>
              <a:rPr lang="en-US" sz="3200" b="1" u="sng" dirty="0"/>
              <a:t>Problem </a:t>
            </a:r>
            <a:r>
              <a:rPr lang="en-US" sz="3200" b="1" u="sng" dirty="0" smtClean="0"/>
              <a:t>Statement</a:t>
            </a:r>
          </a:p>
          <a:p>
            <a:pPr algn="ctr"/>
            <a:endParaRPr lang="en-US" sz="3200" b="1" u="sng" dirty="0">
              <a:ea typeface="Calibri"/>
              <a:cs typeface="Calibri"/>
            </a:endParaRPr>
          </a:p>
          <a:p>
            <a:pPr algn="ctr">
              <a:buNone/>
            </a:pPr>
            <a:r>
              <a:rPr lang="en-GB" sz="3000" dirty="0">
                <a:solidFill>
                  <a:srgbClr val="FF0000"/>
                </a:solidFill>
              </a:rPr>
              <a:t>Lack of Intelligent Auto-Scaling and Self-Healing in Traditional Application Deployment </a:t>
            </a:r>
            <a:r>
              <a:rPr lang="en-GB" sz="3000" dirty="0" smtClean="0">
                <a:solidFill>
                  <a:srgbClr val="FF0000"/>
                </a:solidFill>
              </a:rPr>
              <a:t>Systems</a:t>
            </a:r>
          </a:p>
          <a:p>
            <a:pPr algn="ctr">
              <a:buNone/>
            </a:pPr>
            <a:endParaRPr lang="en-IN" sz="3200" b="1" dirty="0">
              <a:solidFill>
                <a:srgbClr val="FF0000"/>
              </a:solidFill>
              <a:latin typeface="Open Sans" panose="020B0606030504020204" pitchFamily="34" charset="0"/>
              <a:ea typeface="Open Sans" panose="020B0606030504020204" pitchFamily="34" charset="0"/>
              <a:cs typeface="Open Sans" panose="020B0606030504020204" pitchFamily="34" charset="0"/>
            </a:endParaRPr>
          </a:p>
          <a:p>
            <a:pPr marL="342900" indent="-342900">
              <a:buFont typeface="Arial" panose="020B0604020202020204" pitchFamily="34" charset="0"/>
              <a:buChar char="•"/>
            </a:pPr>
            <a:r>
              <a:rPr lang="en-GB" sz="2000" dirty="0"/>
              <a:t>Modern applications deployed using traditional infrastructure models lack automated mechanisms to dynamically scale resources based on fluctuating workloads and to recover autonomously from system failures. These systems depend heavily on manual monitoring, static resource allocation, and human intervention for fault recovery, leading to increased downtime, inefficient resource utilization, higher operational costs, and reduced reliability. There is therefore a critical need for a cloud-native platform that can intelligently perform automatic scaling and self-healing to ensure high availability, performance optimization, and minimal manual maintenance.</a:t>
            </a:r>
          </a:p>
          <a:p>
            <a:pPr marL="342900" indent="-342900">
              <a:buFont typeface="Arial" panose="020B0604020202020204" pitchFamily="34" charset="0"/>
              <a:buChar char="•"/>
            </a:pPr>
            <a:endParaRPr lang="en-US" sz="2400" dirty="0">
              <a:ea typeface="Calibri"/>
              <a:cs typeface="Calibri"/>
            </a:endParaRPr>
          </a:p>
          <a:p>
            <a:pPr algn="ctr">
              <a:buNone/>
            </a:pPr>
            <a:endParaRPr lang="en-US" sz="3200" b="1" dirty="0"/>
          </a:p>
          <a:p>
            <a:endParaRPr lang="en-US" sz="2000" dirty="0"/>
          </a:p>
        </p:txBody>
      </p:sp>
    </p:spTree>
    <p:extLst>
      <p:ext uri="{BB962C8B-B14F-4D97-AF65-F5344CB8AC3E}">
        <p14:creationId xmlns:p14="http://schemas.microsoft.com/office/powerpoint/2010/main" val="453995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BC5DE82-0DDC-2649-DFA7-04F77C7192A3}"/>
              </a:ext>
            </a:extLst>
          </p:cNvPr>
          <p:cNvSpPr>
            <a:spLocks noGrp="1"/>
          </p:cNvSpPr>
          <p:nvPr>
            <p:ph type="dt" sz="half" idx="10"/>
          </p:nvPr>
        </p:nvSpPr>
        <p:spPr/>
        <p:txBody>
          <a:bodyPr/>
          <a:lstStyle/>
          <a:p>
            <a:fld id="{63A3EE4F-D625-4D08-8985-41636378A49F}" type="datetime1">
              <a:rPr lang="en-IN" smtClean="0">
                <a:solidFill>
                  <a:prstClr val="black">
                    <a:tint val="75000"/>
                  </a:prstClr>
                </a:solidFill>
              </a:rPr>
              <a:t>11-02-2026</a:t>
            </a:fld>
            <a:endParaRPr lang="en-IN">
              <a:solidFill>
                <a:prstClr val="black">
                  <a:tint val="75000"/>
                </a:prstClr>
              </a:solidFill>
            </a:endParaRPr>
          </a:p>
        </p:txBody>
      </p:sp>
      <p:sp>
        <p:nvSpPr>
          <p:cNvPr id="3" name="Slide Number Placeholder 2">
            <a:extLst>
              <a:ext uri="{FF2B5EF4-FFF2-40B4-BE49-F238E27FC236}">
                <a16:creationId xmlns:a16="http://schemas.microsoft.com/office/drawing/2014/main" xmlns="" id="{3ED5646A-BFA6-3A1A-EA91-642B3018DF2E}"/>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pPr/>
              <a:t>5</a:t>
            </a:fld>
            <a:endParaRPr lang="en-IN">
              <a:solidFill>
                <a:prstClr val="black">
                  <a:tint val="75000"/>
                </a:prstClr>
              </a:solidFill>
            </a:endParaRPr>
          </a:p>
        </p:txBody>
      </p:sp>
      <p:sp>
        <p:nvSpPr>
          <p:cNvPr id="7" name="TextBox 6">
            <a:extLst>
              <a:ext uri="{FF2B5EF4-FFF2-40B4-BE49-F238E27FC236}">
                <a16:creationId xmlns:a16="http://schemas.microsoft.com/office/drawing/2014/main" xmlns="" id="{ADA8E44E-3765-E99B-AED9-507306C6DD62}"/>
              </a:ext>
            </a:extLst>
          </p:cNvPr>
          <p:cNvSpPr txBox="1"/>
          <p:nvPr/>
        </p:nvSpPr>
        <p:spPr>
          <a:xfrm>
            <a:off x="125502" y="882191"/>
            <a:ext cx="8905798" cy="6370975"/>
          </a:xfrm>
          <a:prstGeom prst="rect">
            <a:avLst/>
          </a:prstGeom>
          <a:noFill/>
        </p:spPr>
        <p:txBody>
          <a:bodyPr wrap="square" lIns="91440" tIns="45720" rIns="91440" bIns="45720" anchor="t">
            <a:spAutoFit/>
          </a:bodyPr>
          <a:lstStyle/>
          <a:p>
            <a:pPr algn="ctr"/>
            <a:r>
              <a:rPr lang="en-US" sz="4800" b="1" u="sng" dirty="0"/>
              <a:t>Objectives</a:t>
            </a:r>
            <a:endParaRPr lang="en-US" sz="4800" b="1" u="sng" dirty="0">
              <a:ea typeface="Calibri"/>
              <a:cs typeface="Calibri"/>
            </a:endParaRPr>
          </a:p>
          <a:p>
            <a:pPr marL="342900" indent="-342900" algn="ctr">
              <a:buFont typeface="Arial" panose="020B0604020202020204" pitchFamily="34" charset="0"/>
              <a:buChar char="•"/>
            </a:pPr>
            <a:endParaRPr lang="en-US" sz="2000" dirty="0"/>
          </a:p>
          <a:p>
            <a:pPr marL="342900" indent="-342900">
              <a:buFont typeface="Arial" panose="020B0604020202020204" pitchFamily="34" charset="0"/>
              <a:buChar char="•"/>
            </a:pPr>
            <a:r>
              <a:rPr lang="en-GB" sz="2000" b="1" dirty="0"/>
              <a:t>To architect and deploy a production-grade cloud-native platform</a:t>
            </a:r>
            <a:r>
              <a:rPr lang="en-GB" sz="2000" dirty="0"/>
              <a:t> using containerization with Docker and orchestration through Kubernetes to ensure modularity, portability, and high availability.</a:t>
            </a:r>
          </a:p>
          <a:p>
            <a:pPr marL="342900" indent="-342900">
              <a:buFont typeface="Arial" panose="020B0604020202020204" pitchFamily="34" charset="0"/>
              <a:buChar char="•"/>
            </a:pPr>
            <a:r>
              <a:rPr lang="en-GB" sz="2000" b="1" dirty="0"/>
              <a:t>To implement intelligent horizontal auto-scaling mechanisms</a:t>
            </a:r>
            <a:r>
              <a:rPr lang="en-GB" sz="2000" dirty="0"/>
              <a:t> that dynamically adjust application replicas based on real-time resource utilization metrics, thereby maintaining optimal performance under varying workload conditions.</a:t>
            </a:r>
          </a:p>
          <a:p>
            <a:pPr marL="342900" indent="-342900">
              <a:buFont typeface="Arial" panose="020B0604020202020204" pitchFamily="34" charset="0"/>
              <a:buChar char="•"/>
            </a:pPr>
            <a:r>
              <a:rPr lang="en-GB" sz="2000" b="1" dirty="0"/>
              <a:t>To design and integrate a robust self-healing framework</a:t>
            </a:r>
            <a:r>
              <a:rPr lang="en-GB" sz="2000" dirty="0"/>
              <a:t> capable of automatically detecting, isolating, and recovering from application or container failures without human intervention.</a:t>
            </a:r>
          </a:p>
          <a:p>
            <a:pPr marL="342900" indent="-342900">
              <a:buFont typeface="Arial" panose="020B0604020202020204" pitchFamily="34" charset="0"/>
              <a:buChar char="•"/>
            </a:pPr>
            <a:r>
              <a:rPr lang="en-GB" sz="2000" b="1" dirty="0"/>
              <a:t>To establish a comprehensive monitoring and observability system</a:t>
            </a:r>
            <a:r>
              <a:rPr lang="en-GB" sz="2000" dirty="0"/>
              <a:t> using Prometheus and </a:t>
            </a:r>
            <a:r>
              <a:rPr lang="en-GB" sz="2000" dirty="0" err="1"/>
              <a:t>Grafana</a:t>
            </a:r>
            <a:r>
              <a:rPr lang="en-GB" sz="2000" dirty="0"/>
              <a:t> for real-time performance tracking, fault detection, and resource analysis.</a:t>
            </a:r>
          </a:p>
          <a:p>
            <a:pPr marL="342900" indent="-342900">
              <a:buFont typeface="Arial" panose="020B0604020202020204" pitchFamily="34" charset="0"/>
              <a:buChar char="•"/>
            </a:pPr>
            <a:r>
              <a:rPr lang="en-GB" sz="2000" b="1" dirty="0"/>
              <a:t>To enhance system reliability and cost efficiency</a:t>
            </a:r>
            <a:r>
              <a:rPr lang="en-GB" sz="2000" dirty="0"/>
              <a:t> by optimizing resource utilization, minimizing downtime, and ensuring uninterrupted service availability in dynamic cloud environments.</a:t>
            </a:r>
          </a:p>
          <a:p>
            <a:pPr>
              <a:buFont typeface="Arial" panose="020B0604020202020204" pitchFamily="34" charset="0"/>
              <a:buChar char="•"/>
            </a:pPr>
            <a:endParaRPr lang="en-US" sz="2000" dirty="0">
              <a:ea typeface="+mn-lt"/>
              <a:cs typeface="+mn-lt"/>
            </a:endParaRPr>
          </a:p>
          <a:p>
            <a:pPr marL="342900" indent="-342900">
              <a:buFont typeface="Arial" panose="020B0604020202020204" pitchFamily="34" charset="0"/>
              <a:buChar char="•"/>
            </a:pPr>
            <a:endParaRPr lang="en-US" sz="2000" dirty="0">
              <a:ea typeface="Calibri"/>
              <a:cs typeface="Calibri"/>
            </a:endParaRPr>
          </a:p>
        </p:txBody>
      </p:sp>
    </p:spTree>
    <p:extLst>
      <p:ext uri="{BB962C8B-B14F-4D97-AF65-F5344CB8AC3E}">
        <p14:creationId xmlns:p14="http://schemas.microsoft.com/office/powerpoint/2010/main" val="295915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D446F5E-60AC-559D-DBA9-427F066B686F}"/>
              </a:ext>
            </a:extLst>
          </p:cNvPr>
          <p:cNvSpPr>
            <a:spLocks noGrp="1"/>
          </p:cNvSpPr>
          <p:nvPr>
            <p:ph type="dt" sz="half" idx="10"/>
          </p:nvPr>
        </p:nvSpPr>
        <p:spPr/>
        <p:txBody>
          <a:bodyPr/>
          <a:lstStyle/>
          <a:p>
            <a:fld id="{63A3EE4F-D625-4D08-8985-41636378A49F}" type="datetime1">
              <a:rPr lang="en-IN" smtClean="0">
                <a:solidFill>
                  <a:prstClr val="black">
                    <a:tint val="75000"/>
                  </a:prstClr>
                </a:solidFill>
              </a:rPr>
              <a:t>11-02-2026</a:t>
            </a:fld>
            <a:endParaRPr lang="en-IN">
              <a:solidFill>
                <a:prstClr val="black">
                  <a:tint val="75000"/>
                </a:prstClr>
              </a:solidFill>
            </a:endParaRPr>
          </a:p>
        </p:txBody>
      </p:sp>
      <p:sp>
        <p:nvSpPr>
          <p:cNvPr id="3" name="Slide Number Placeholder 2">
            <a:extLst>
              <a:ext uri="{FF2B5EF4-FFF2-40B4-BE49-F238E27FC236}">
                <a16:creationId xmlns:a16="http://schemas.microsoft.com/office/drawing/2014/main" xmlns="" id="{B85FE25A-FA10-01A5-CFDD-A73D1EEA26BF}"/>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pPr/>
              <a:t>6</a:t>
            </a:fld>
            <a:endParaRPr lang="en-IN">
              <a:solidFill>
                <a:prstClr val="black">
                  <a:tint val="75000"/>
                </a:prstClr>
              </a:solidFill>
            </a:endParaRPr>
          </a:p>
        </p:txBody>
      </p:sp>
      <p:sp>
        <p:nvSpPr>
          <p:cNvPr id="7" name="TextBox 6">
            <a:extLst>
              <a:ext uri="{FF2B5EF4-FFF2-40B4-BE49-F238E27FC236}">
                <a16:creationId xmlns:a16="http://schemas.microsoft.com/office/drawing/2014/main" xmlns="" id="{D1F24DE7-8063-79E2-0A40-BDF85BD783C7}"/>
              </a:ext>
            </a:extLst>
          </p:cNvPr>
          <p:cNvSpPr txBox="1"/>
          <p:nvPr/>
        </p:nvSpPr>
        <p:spPr>
          <a:xfrm>
            <a:off x="270851" y="679260"/>
            <a:ext cx="8869074" cy="6326860"/>
          </a:xfrm>
          <a:prstGeom prst="rect">
            <a:avLst/>
          </a:prstGeom>
          <a:noFill/>
        </p:spPr>
        <p:txBody>
          <a:bodyPr wrap="square" lIns="91440" tIns="45720" rIns="91440" bIns="45720" anchor="t">
            <a:spAutoFit/>
          </a:bodyPr>
          <a:lstStyle/>
          <a:p>
            <a:pPr algn="ctr">
              <a:lnSpc>
                <a:spcPct val="115000"/>
              </a:lnSpc>
              <a:spcAft>
                <a:spcPts val="1000"/>
              </a:spcAft>
            </a:pPr>
            <a:r>
              <a:rPr lang="en-IN" sz="3200" b="1" u="sng" dirty="0">
                <a:latin typeface="9"/>
                <a:ea typeface="Calibri"/>
                <a:cs typeface="Calibri"/>
              </a:rPr>
              <a:t>Existing system: Literature Survey</a:t>
            </a:r>
            <a:endParaRPr lang="en-IN" sz="3200" u="sng" dirty="0">
              <a:latin typeface="9"/>
              <a:ea typeface="Calibri"/>
              <a:cs typeface="Calibri"/>
            </a:endParaRPr>
          </a:p>
          <a:p>
            <a:r>
              <a:rPr lang="en-IN" sz="2400" b="1" dirty="0"/>
              <a:t>1. Traditional VM-Based Deployment</a:t>
            </a:r>
          </a:p>
          <a:p>
            <a:r>
              <a:rPr lang="en-IN" sz="2400" dirty="0"/>
              <a:t>Uses virtual machines</a:t>
            </a:r>
          </a:p>
          <a:p>
            <a:r>
              <a:rPr lang="en-IN" sz="2400" dirty="0"/>
              <a:t>Manual scaling</a:t>
            </a:r>
          </a:p>
          <a:p>
            <a:r>
              <a:rPr lang="en-IN" sz="2400" dirty="0"/>
              <a:t>Slow recovery time</a:t>
            </a:r>
          </a:p>
          <a:p>
            <a:r>
              <a:rPr lang="en-IN" sz="2400" b="1" dirty="0"/>
              <a:t>2. Basic Container Deployment</a:t>
            </a:r>
          </a:p>
          <a:p>
            <a:r>
              <a:rPr lang="en-IN" sz="2400" dirty="0"/>
              <a:t>Containers improve portability</a:t>
            </a:r>
          </a:p>
          <a:p>
            <a:r>
              <a:rPr lang="en-IN" sz="2400" dirty="0"/>
              <a:t>Still lacks intelligent scaling</a:t>
            </a:r>
          </a:p>
          <a:p>
            <a:r>
              <a:rPr lang="en-IN" sz="2400" b="1" dirty="0"/>
              <a:t>3. Managed Cloud Services</a:t>
            </a:r>
          </a:p>
          <a:p>
            <a:r>
              <a:rPr lang="en-IN" sz="2400" dirty="0"/>
              <a:t>Examples:</a:t>
            </a:r>
          </a:p>
          <a:p>
            <a:r>
              <a:rPr lang="en-IN" sz="2400" dirty="0"/>
              <a:t>Amazon EC2 Auto Scaling</a:t>
            </a:r>
          </a:p>
          <a:p>
            <a:r>
              <a:rPr lang="en-IN" sz="2400" dirty="0"/>
              <a:t>Google Kubernetes Engine</a:t>
            </a:r>
          </a:p>
          <a:p>
            <a:r>
              <a:rPr lang="en-IN" sz="2400" dirty="0"/>
              <a:t>Azure Kubernetes Service</a:t>
            </a:r>
          </a:p>
          <a:p>
            <a:pPr>
              <a:buFont typeface="Arial"/>
              <a:buChar char="•"/>
            </a:pPr>
            <a:endParaRPr lang="en-IN" sz="2400" dirty="0">
              <a:ea typeface="+mn-lt"/>
              <a:cs typeface="+mn-lt"/>
            </a:endParaRPr>
          </a:p>
          <a:p>
            <a:pPr marL="285750" indent="-285750">
              <a:buFont typeface="Arial"/>
              <a:buChar char="•"/>
            </a:pPr>
            <a:endParaRPr lang="en-IN" sz="2400" dirty="0">
              <a:latin typeface="9"/>
              <a:ea typeface="Calibri"/>
              <a:cs typeface="Calibri"/>
            </a:endParaRPr>
          </a:p>
          <a:p>
            <a:pPr>
              <a:buNone/>
            </a:pPr>
            <a:endParaRPr lang="en-IN" sz="2400" b="1" dirty="0">
              <a:latin typeface="9"/>
              <a:ea typeface="Calibri"/>
              <a:cs typeface="Calibri"/>
            </a:endParaRPr>
          </a:p>
        </p:txBody>
      </p:sp>
    </p:spTree>
    <p:extLst>
      <p:ext uri="{BB962C8B-B14F-4D97-AF65-F5344CB8AC3E}">
        <p14:creationId xmlns:p14="http://schemas.microsoft.com/office/powerpoint/2010/main" val="120000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AA3D036-7118-82EF-5B47-C2DB2F1B5F89}"/>
              </a:ext>
            </a:extLst>
          </p:cNvPr>
          <p:cNvSpPr>
            <a:spLocks noGrp="1"/>
          </p:cNvSpPr>
          <p:nvPr>
            <p:ph type="dt" sz="half" idx="10"/>
          </p:nvPr>
        </p:nvSpPr>
        <p:spPr/>
        <p:txBody>
          <a:bodyPr/>
          <a:lstStyle/>
          <a:p>
            <a:fld id="{63A3EE4F-D625-4D08-8985-41636378A49F}" type="datetime1">
              <a:rPr lang="en-IN" smtClean="0">
                <a:solidFill>
                  <a:prstClr val="black">
                    <a:tint val="75000"/>
                  </a:prstClr>
                </a:solidFill>
              </a:rPr>
              <a:t>11-02-2026</a:t>
            </a:fld>
            <a:endParaRPr lang="en-IN">
              <a:solidFill>
                <a:prstClr val="black">
                  <a:tint val="75000"/>
                </a:prstClr>
              </a:solidFill>
            </a:endParaRPr>
          </a:p>
        </p:txBody>
      </p:sp>
      <p:sp>
        <p:nvSpPr>
          <p:cNvPr id="3" name="Slide Number Placeholder 2">
            <a:extLst>
              <a:ext uri="{FF2B5EF4-FFF2-40B4-BE49-F238E27FC236}">
                <a16:creationId xmlns:a16="http://schemas.microsoft.com/office/drawing/2014/main" xmlns="" id="{EDBAA5ED-00F2-DABD-9271-CB351A16148F}"/>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pPr/>
              <a:t>7</a:t>
            </a:fld>
            <a:endParaRPr lang="en-IN">
              <a:solidFill>
                <a:prstClr val="black">
                  <a:tint val="75000"/>
                </a:prstClr>
              </a:solidFill>
            </a:endParaRPr>
          </a:p>
        </p:txBody>
      </p:sp>
      <p:sp>
        <p:nvSpPr>
          <p:cNvPr id="5" name="TextBox 4">
            <a:extLst>
              <a:ext uri="{FF2B5EF4-FFF2-40B4-BE49-F238E27FC236}">
                <a16:creationId xmlns:a16="http://schemas.microsoft.com/office/drawing/2014/main" xmlns="" id="{E94AE043-2F27-A5D2-BA4E-9E0464CEEBF4}"/>
              </a:ext>
            </a:extLst>
          </p:cNvPr>
          <p:cNvSpPr txBox="1"/>
          <p:nvPr/>
        </p:nvSpPr>
        <p:spPr>
          <a:xfrm>
            <a:off x="449223" y="938661"/>
            <a:ext cx="8249264" cy="5447645"/>
          </a:xfrm>
          <a:prstGeom prst="rect">
            <a:avLst/>
          </a:prstGeom>
          <a:noFill/>
        </p:spPr>
        <p:txBody>
          <a:bodyPr wrap="square" lIns="91440" tIns="45720" rIns="91440" bIns="45720" anchor="t">
            <a:spAutoFit/>
          </a:bodyPr>
          <a:lstStyle/>
          <a:p>
            <a:pPr algn="ctr"/>
            <a:r>
              <a:rPr lang="en-IN" sz="3600" b="1" u="sng" dirty="0" smtClean="0"/>
              <a:t>Proposed System</a:t>
            </a:r>
            <a:endParaRPr lang="en-US" sz="3600" u="sng" dirty="0" smtClean="0">
              <a:ea typeface="Calibri"/>
              <a:cs typeface="Calibri"/>
            </a:endParaRPr>
          </a:p>
          <a:p>
            <a:r>
              <a:rPr lang="en-GB" sz="2400" dirty="0"/>
              <a:t>The proposed system is a cloud-native application platform designed to automatically scale and self-heal in response to workload changes and system failures. The application will be containerized using Docker and deployed within a Kubernetes cluster. The Kubernetes Horizontal Pod </a:t>
            </a:r>
            <a:r>
              <a:rPr lang="en-GB" sz="2400" dirty="0" err="1"/>
              <a:t>Autoscaler</a:t>
            </a:r>
            <a:r>
              <a:rPr lang="en-GB" sz="2400" dirty="0"/>
              <a:t> will dynamically increase or decrease the number of running instances based on CPU or memory utilization. Self-healing mechanisms will be implemented through liveness and readiness probes that automatically detect unhealthy containers and restart them. Monitoring will be integrated using Prometheus, and visualization dashboards will be created using </a:t>
            </a:r>
            <a:r>
              <a:rPr lang="en-GB" sz="2400" dirty="0" err="1"/>
              <a:t>Grafana</a:t>
            </a:r>
            <a:r>
              <a:rPr lang="en-GB" sz="2400" dirty="0"/>
              <a:t>. The overall system architecture ensures continuous availability, optimal performance, and minimal manual intervention.</a:t>
            </a:r>
          </a:p>
        </p:txBody>
      </p:sp>
    </p:spTree>
    <p:extLst>
      <p:ext uri="{BB962C8B-B14F-4D97-AF65-F5344CB8AC3E}">
        <p14:creationId xmlns:p14="http://schemas.microsoft.com/office/powerpoint/2010/main" val="1206768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7411CDB-2133-9C82-7072-D0933D2D0B8A}"/>
              </a:ext>
            </a:extLst>
          </p:cNvPr>
          <p:cNvSpPr>
            <a:spLocks noGrp="1"/>
          </p:cNvSpPr>
          <p:nvPr>
            <p:ph type="dt" sz="half" idx="10"/>
          </p:nvPr>
        </p:nvSpPr>
        <p:spPr/>
        <p:txBody>
          <a:bodyPr/>
          <a:lstStyle/>
          <a:p>
            <a:fld id="{63A3EE4F-D625-4D08-8985-41636378A49F}" type="datetime1">
              <a:rPr lang="en-IN" smtClean="0">
                <a:solidFill>
                  <a:prstClr val="black">
                    <a:tint val="75000"/>
                  </a:prstClr>
                </a:solidFill>
              </a:rPr>
              <a:t>11-02-2026</a:t>
            </a:fld>
            <a:endParaRPr lang="en-IN">
              <a:solidFill>
                <a:prstClr val="black">
                  <a:tint val="75000"/>
                </a:prstClr>
              </a:solidFill>
            </a:endParaRPr>
          </a:p>
        </p:txBody>
      </p:sp>
      <p:sp>
        <p:nvSpPr>
          <p:cNvPr id="3" name="Slide Number Placeholder 2">
            <a:extLst>
              <a:ext uri="{FF2B5EF4-FFF2-40B4-BE49-F238E27FC236}">
                <a16:creationId xmlns:a16="http://schemas.microsoft.com/office/drawing/2014/main" xmlns="" id="{5E9C7A42-FC0D-BBC9-2DCE-8558AFB1E7CB}"/>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pPr/>
              <a:t>8</a:t>
            </a:fld>
            <a:endParaRPr lang="en-IN">
              <a:solidFill>
                <a:prstClr val="black">
                  <a:tint val="75000"/>
                </a:prstClr>
              </a:solidFill>
            </a:endParaRPr>
          </a:p>
        </p:txBody>
      </p:sp>
      <p:sp>
        <p:nvSpPr>
          <p:cNvPr id="7" name="TextBox 6">
            <a:extLst>
              <a:ext uri="{FF2B5EF4-FFF2-40B4-BE49-F238E27FC236}">
                <a16:creationId xmlns:a16="http://schemas.microsoft.com/office/drawing/2014/main" xmlns="" id="{8ADC853D-9566-03CE-F3AF-BCD4FF4AA011}"/>
              </a:ext>
            </a:extLst>
          </p:cNvPr>
          <p:cNvSpPr txBox="1"/>
          <p:nvPr/>
        </p:nvSpPr>
        <p:spPr>
          <a:xfrm>
            <a:off x="344129" y="707923"/>
            <a:ext cx="8638102" cy="7060394"/>
          </a:xfrm>
          <a:prstGeom prst="rect">
            <a:avLst/>
          </a:prstGeom>
          <a:noFill/>
        </p:spPr>
        <p:txBody>
          <a:bodyPr wrap="square" lIns="91440" tIns="45720" rIns="91440" bIns="45720" anchor="t">
            <a:spAutoFit/>
          </a:bodyPr>
          <a:lstStyle/>
          <a:p>
            <a:pPr algn="ctr"/>
            <a:r>
              <a:rPr lang="en-IN" sz="3200" b="1" u="sng" dirty="0">
                <a:solidFill>
                  <a:srgbClr val="000000"/>
                </a:solidFill>
                <a:effectLst/>
                <a:latin typeface="Times New Roman"/>
                <a:ea typeface="Book Antiqua" panose="02040602050305030304" pitchFamily="18" charset="0"/>
                <a:cs typeface="Times New Roman"/>
              </a:rPr>
              <a:t>Proposed Methodology </a:t>
            </a:r>
            <a:endParaRPr lang="en-US" u="sng" dirty="0">
              <a:solidFill>
                <a:srgbClr val="000000"/>
              </a:solidFill>
              <a:latin typeface="Book Antiqua"/>
              <a:ea typeface="Calibri"/>
              <a:cs typeface="Calibri"/>
            </a:endParaRPr>
          </a:p>
          <a:p>
            <a:pPr algn="ctr"/>
            <a:endParaRPr lang="en-IN" sz="3200" b="1" dirty="0">
              <a:solidFill>
                <a:srgbClr val="000000"/>
              </a:solidFill>
              <a:latin typeface="Times New Roman"/>
              <a:ea typeface="Book Antiqua" panose="02040602050305030304" pitchFamily="18" charset="0"/>
              <a:cs typeface="Times New Roman"/>
            </a:endParaRPr>
          </a:p>
          <a:p>
            <a:r>
              <a:rPr lang="en-IN" sz="3200" b="1" dirty="0"/>
              <a:t>Step 1: Application Development</a:t>
            </a:r>
          </a:p>
          <a:p>
            <a:pPr marL="457200" indent="-457200">
              <a:buFont typeface="Arial" panose="020B0604020202020204" pitchFamily="34" charset="0"/>
              <a:buChar char="•"/>
            </a:pPr>
            <a:r>
              <a:rPr lang="en-IN" sz="3200" dirty="0"/>
              <a:t>Develop </a:t>
            </a:r>
            <a:r>
              <a:rPr lang="en-IN" sz="3200" dirty="0" err="1"/>
              <a:t>microservice</a:t>
            </a:r>
            <a:r>
              <a:rPr lang="en-IN" sz="3200" dirty="0"/>
              <a:t>-based web application</a:t>
            </a:r>
          </a:p>
          <a:p>
            <a:r>
              <a:rPr lang="en-IN" sz="3200" b="1" dirty="0"/>
              <a:t>Step 2: Containerization</a:t>
            </a:r>
          </a:p>
          <a:p>
            <a:pPr marL="457200" indent="-457200">
              <a:buFont typeface="Arial" panose="020B0604020202020204" pitchFamily="34" charset="0"/>
              <a:buChar char="•"/>
            </a:pPr>
            <a:r>
              <a:rPr lang="en-IN" sz="3200" dirty="0"/>
              <a:t>Package app using Docker</a:t>
            </a:r>
          </a:p>
          <a:p>
            <a:r>
              <a:rPr lang="en-IN" sz="3200" b="1" dirty="0"/>
              <a:t>Step 3: Kubernetes Deployment</a:t>
            </a:r>
          </a:p>
          <a:p>
            <a:pPr marL="457200" indent="-457200">
              <a:buFont typeface="Arial" panose="020B0604020202020204" pitchFamily="34" charset="0"/>
              <a:buChar char="•"/>
            </a:pPr>
            <a:r>
              <a:rPr lang="en-IN" sz="3200" dirty="0"/>
              <a:t>Deploy pods and services</a:t>
            </a:r>
          </a:p>
          <a:p>
            <a:pPr marL="457200" indent="-457200">
              <a:buFont typeface="Arial" panose="020B0604020202020204" pitchFamily="34" charset="0"/>
              <a:buChar char="•"/>
            </a:pPr>
            <a:r>
              <a:rPr lang="en-IN" sz="3200" dirty="0"/>
              <a:t>Configure replica sets</a:t>
            </a:r>
          </a:p>
          <a:p>
            <a:r>
              <a:rPr lang="en-IN" sz="3200" b="1" dirty="0"/>
              <a:t>Step 4: Auto-Scaling Setup</a:t>
            </a:r>
          </a:p>
          <a:p>
            <a:pPr marL="457200" indent="-457200">
              <a:buFont typeface="Arial" panose="020B0604020202020204" pitchFamily="34" charset="0"/>
              <a:buChar char="•"/>
            </a:pPr>
            <a:r>
              <a:rPr lang="en-IN" sz="3200" dirty="0"/>
              <a:t>Configure Horizontal Pod </a:t>
            </a:r>
            <a:r>
              <a:rPr lang="en-IN" sz="3200" dirty="0" err="1"/>
              <a:t>Autoscaler</a:t>
            </a:r>
            <a:endParaRPr lang="en-IN" sz="3200" dirty="0"/>
          </a:p>
          <a:p>
            <a:pPr marL="457200" indent="-457200">
              <a:buFont typeface="Arial" panose="020B0604020202020204" pitchFamily="34" charset="0"/>
              <a:buChar char="•"/>
            </a:pPr>
            <a:r>
              <a:rPr lang="en-IN" sz="3200" dirty="0"/>
              <a:t>Define CPU threshold</a:t>
            </a:r>
          </a:p>
          <a:p>
            <a:pPr marL="285750" indent="-285750" algn="ctr">
              <a:buFont typeface="Arial"/>
              <a:buChar char="•"/>
            </a:pPr>
            <a:endParaRPr lang="en-IN" sz="3200" dirty="0">
              <a:ea typeface="+mn-lt"/>
              <a:cs typeface="+mn-lt"/>
            </a:endParaRPr>
          </a:p>
          <a:p>
            <a:pPr algn="ctr">
              <a:lnSpc>
                <a:spcPct val="114999"/>
              </a:lnSpc>
              <a:spcAft>
                <a:spcPts val="1000"/>
              </a:spcAft>
            </a:pPr>
            <a:endParaRPr lang="en-IN" sz="3200" b="1" dirty="0">
              <a:latin typeface="Times New Roman"/>
              <a:cs typeface="Times New Roman"/>
            </a:endParaRPr>
          </a:p>
        </p:txBody>
      </p:sp>
    </p:spTree>
    <p:extLst>
      <p:ext uri="{BB962C8B-B14F-4D97-AF65-F5344CB8AC3E}">
        <p14:creationId xmlns:p14="http://schemas.microsoft.com/office/powerpoint/2010/main" val="3664424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3EC640A-F06A-589B-A12A-6C824441764E}"/>
              </a:ext>
            </a:extLst>
          </p:cNvPr>
          <p:cNvSpPr>
            <a:spLocks noGrp="1"/>
          </p:cNvSpPr>
          <p:nvPr>
            <p:ph type="dt" sz="half" idx="10"/>
          </p:nvPr>
        </p:nvSpPr>
        <p:spPr/>
        <p:txBody>
          <a:bodyPr/>
          <a:lstStyle/>
          <a:p>
            <a:fld id="{63A3EE4F-D625-4D08-8985-41636378A49F}" type="datetime1">
              <a:rPr lang="en-IN" smtClean="0">
                <a:solidFill>
                  <a:prstClr val="black">
                    <a:tint val="75000"/>
                  </a:prstClr>
                </a:solidFill>
              </a:rPr>
              <a:t>11-02-2026</a:t>
            </a:fld>
            <a:endParaRPr lang="en-IN">
              <a:solidFill>
                <a:prstClr val="black">
                  <a:tint val="75000"/>
                </a:prstClr>
              </a:solidFill>
            </a:endParaRPr>
          </a:p>
        </p:txBody>
      </p:sp>
      <p:sp>
        <p:nvSpPr>
          <p:cNvPr id="3" name="Slide Number Placeholder 2">
            <a:extLst>
              <a:ext uri="{FF2B5EF4-FFF2-40B4-BE49-F238E27FC236}">
                <a16:creationId xmlns:a16="http://schemas.microsoft.com/office/drawing/2014/main" xmlns="" id="{187C50EC-F50C-75D3-687B-4AC713B56B8A}"/>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pPr/>
              <a:t>9</a:t>
            </a:fld>
            <a:endParaRPr lang="en-IN">
              <a:solidFill>
                <a:prstClr val="black">
                  <a:tint val="75000"/>
                </a:prstClr>
              </a:solidFill>
            </a:endParaRPr>
          </a:p>
        </p:txBody>
      </p:sp>
      <p:sp>
        <p:nvSpPr>
          <p:cNvPr id="9" name="TextBox 8">
            <a:extLst>
              <a:ext uri="{FF2B5EF4-FFF2-40B4-BE49-F238E27FC236}">
                <a16:creationId xmlns:a16="http://schemas.microsoft.com/office/drawing/2014/main" xmlns="" id="{5BB19929-5AD8-4F7E-5846-69619F8B83BF}"/>
              </a:ext>
            </a:extLst>
          </p:cNvPr>
          <p:cNvSpPr txBox="1"/>
          <p:nvPr/>
        </p:nvSpPr>
        <p:spPr>
          <a:xfrm>
            <a:off x="248528" y="898524"/>
            <a:ext cx="8661192"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200" b="1" dirty="0"/>
              <a:t>Step 5: Self-Healing Mechanism</a:t>
            </a:r>
          </a:p>
          <a:p>
            <a:pPr marL="457200" indent="-457200">
              <a:buFont typeface="Arial" panose="020B0604020202020204" pitchFamily="34" charset="0"/>
              <a:buChar char="•"/>
            </a:pPr>
            <a:r>
              <a:rPr lang="en-IN" sz="3200" dirty="0"/>
              <a:t>Enable liveness &amp; readiness probes</a:t>
            </a:r>
          </a:p>
          <a:p>
            <a:pPr marL="457200" indent="-457200">
              <a:buFont typeface="Arial" panose="020B0604020202020204" pitchFamily="34" charset="0"/>
              <a:buChar char="•"/>
            </a:pPr>
            <a:r>
              <a:rPr lang="en-IN" sz="3200" dirty="0"/>
              <a:t>Configure restart policies</a:t>
            </a:r>
          </a:p>
          <a:p>
            <a:r>
              <a:rPr lang="en-IN" sz="3200" b="1" dirty="0"/>
              <a:t>Step 6: Monitoring &amp; Logging</a:t>
            </a:r>
          </a:p>
          <a:p>
            <a:pPr marL="457200" indent="-457200">
              <a:buFont typeface="Arial" panose="020B0604020202020204" pitchFamily="34" charset="0"/>
              <a:buChar char="•"/>
            </a:pPr>
            <a:r>
              <a:rPr lang="en-IN" sz="3200" dirty="0"/>
              <a:t>Integrate Prometheus</a:t>
            </a:r>
          </a:p>
          <a:p>
            <a:pPr marL="457200" indent="-457200">
              <a:buFont typeface="Arial" panose="020B0604020202020204" pitchFamily="34" charset="0"/>
              <a:buChar char="•"/>
            </a:pPr>
            <a:r>
              <a:rPr lang="en-IN" sz="3200" dirty="0"/>
              <a:t>Visualize metrics using </a:t>
            </a:r>
            <a:r>
              <a:rPr lang="en-IN" sz="3200" dirty="0" err="1"/>
              <a:t>Grafana</a:t>
            </a:r>
            <a:endParaRPr lang="en-IN" sz="3200" dirty="0"/>
          </a:p>
        </p:txBody>
      </p:sp>
    </p:spTree>
    <p:extLst>
      <p:ext uri="{BB962C8B-B14F-4D97-AF65-F5344CB8AC3E}">
        <p14:creationId xmlns:p14="http://schemas.microsoft.com/office/powerpoint/2010/main" val="1565456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EC509AD8-78A3-12E0-3E98-A1C282DE1990}"/>
              </a:ext>
            </a:extLst>
          </p:cNvPr>
          <p:cNvSpPr>
            <a:spLocks noGrp="1"/>
          </p:cNvSpPr>
          <p:nvPr>
            <p:ph type="dt" sz="half" idx="10"/>
          </p:nvPr>
        </p:nvSpPr>
        <p:spPr/>
        <p:txBody>
          <a:bodyPr/>
          <a:lstStyle/>
          <a:p>
            <a:fld id="{63A3EE4F-D625-4D08-8985-41636378A49F}" type="datetime1">
              <a:rPr lang="en-IN" smtClean="0">
                <a:solidFill>
                  <a:prstClr val="black">
                    <a:tint val="75000"/>
                  </a:prstClr>
                </a:solidFill>
              </a:rPr>
              <a:t>11-02-2026</a:t>
            </a:fld>
            <a:endParaRPr lang="en-IN">
              <a:solidFill>
                <a:prstClr val="black">
                  <a:tint val="75000"/>
                </a:prstClr>
              </a:solidFill>
            </a:endParaRPr>
          </a:p>
        </p:txBody>
      </p:sp>
      <p:sp>
        <p:nvSpPr>
          <p:cNvPr id="3" name="Slide Number Placeholder 2">
            <a:extLst>
              <a:ext uri="{FF2B5EF4-FFF2-40B4-BE49-F238E27FC236}">
                <a16:creationId xmlns:a16="http://schemas.microsoft.com/office/drawing/2014/main" xmlns="" id="{1CD9EB2C-2C04-D109-8319-7CF2504C53BF}"/>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pPr/>
              <a:t>10</a:t>
            </a:fld>
            <a:endParaRPr lang="en-IN">
              <a:solidFill>
                <a:prstClr val="black">
                  <a:tint val="75000"/>
                </a:prstClr>
              </a:solidFill>
            </a:endParaRPr>
          </a:p>
        </p:txBody>
      </p:sp>
      <p:sp>
        <p:nvSpPr>
          <p:cNvPr id="4" name="TextBox 3">
            <a:extLst>
              <a:ext uri="{FF2B5EF4-FFF2-40B4-BE49-F238E27FC236}">
                <a16:creationId xmlns:a16="http://schemas.microsoft.com/office/drawing/2014/main" xmlns="" id="{8FC06E46-E91D-FFF3-91AB-18A885D480EF}"/>
              </a:ext>
            </a:extLst>
          </p:cNvPr>
          <p:cNvSpPr txBox="1"/>
          <p:nvPr/>
        </p:nvSpPr>
        <p:spPr>
          <a:xfrm>
            <a:off x="366174" y="883369"/>
            <a:ext cx="813236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t>Tools and Technologies</a:t>
            </a:r>
            <a:endParaRPr lang="en-US" u="sng" dirty="0">
              <a:ea typeface="Calibri"/>
              <a:cs typeface="Calibri"/>
            </a:endParaRPr>
          </a:p>
          <a:p>
            <a:pPr algn="ctr"/>
            <a:endParaRPr lang="en-US" sz="3200" b="1" dirty="0"/>
          </a:p>
        </p:txBody>
      </p:sp>
      <p:graphicFrame>
        <p:nvGraphicFramePr>
          <p:cNvPr id="5" name="Table 4"/>
          <p:cNvGraphicFramePr>
            <a:graphicFrameLocks noGrp="1"/>
          </p:cNvGraphicFramePr>
          <p:nvPr>
            <p:extLst>
              <p:ext uri="{D42A27DB-BD31-4B8C-83A1-F6EECF244321}">
                <p14:modId xmlns:p14="http://schemas.microsoft.com/office/powerpoint/2010/main" val="67181782"/>
              </p:ext>
            </p:extLst>
          </p:nvPr>
        </p:nvGraphicFramePr>
        <p:xfrm>
          <a:off x="495300" y="2128361"/>
          <a:ext cx="8229600" cy="4145280"/>
        </p:xfrm>
        <a:graphic>
          <a:graphicData uri="http://schemas.openxmlformats.org/drawingml/2006/table">
            <a:tbl>
              <a:tblPr>
                <a:tableStyleId>{3C2FFA5D-87B4-456A-9821-1D502468CF0F}</a:tableStyleId>
              </a:tblPr>
              <a:tblGrid>
                <a:gridCol w="4114800"/>
                <a:gridCol w="4114800"/>
              </a:tblGrid>
              <a:tr h="0">
                <a:tc>
                  <a:txBody>
                    <a:bodyPr/>
                    <a:lstStyle/>
                    <a:p>
                      <a:r>
                        <a:rPr lang="en-IN" sz="2800" b="1" u="sng" dirty="0"/>
                        <a:t>Category</a:t>
                      </a:r>
                    </a:p>
                  </a:txBody>
                  <a:tcPr anchor="ctr"/>
                </a:tc>
                <a:tc>
                  <a:txBody>
                    <a:bodyPr/>
                    <a:lstStyle/>
                    <a:p>
                      <a:r>
                        <a:rPr lang="en-IN" sz="2800" b="1" u="sng" dirty="0"/>
                        <a:t>Tools</a:t>
                      </a:r>
                    </a:p>
                  </a:txBody>
                  <a:tcPr anchor="ctr"/>
                </a:tc>
              </a:tr>
              <a:tr h="0">
                <a:tc>
                  <a:txBody>
                    <a:bodyPr/>
                    <a:lstStyle/>
                    <a:p>
                      <a:r>
                        <a:rPr lang="en-IN" sz="2800"/>
                        <a:t>Containerization</a:t>
                      </a:r>
                    </a:p>
                  </a:txBody>
                  <a:tcPr anchor="ctr"/>
                </a:tc>
                <a:tc>
                  <a:txBody>
                    <a:bodyPr/>
                    <a:lstStyle/>
                    <a:p>
                      <a:r>
                        <a:rPr lang="en-IN" sz="2800"/>
                        <a:t>Docker</a:t>
                      </a:r>
                    </a:p>
                  </a:txBody>
                  <a:tcPr anchor="ctr"/>
                </a:tc>
              </a:tr>
              <a:tr h="0">
                <a:tc>
                  <a:txBody>
                    <a:bodyPr/>
                    <a:lstStyle/>
                    <a:p>
                      <a:r>
                        <a:rPr lang="en-IN" sz="2800"/>
                        <a:t>Orchestration</a:t>
                      </a:r>
                    </a:p>
                  </a:txBody>
                  <a:tcPr anchor="ctr"/>
                </a:tc>
                <a:tc>
                  <a:txBody>
                    <a:bodyPr/>
                    <a:lstStyle/>
                    <a:p>
                      <a:r>
                        <a:rPr lang="en-IN" sz="2800"/>
                        <a:t>Kubernetes</a:t>
                      </a:r>
                    </a:p>
                  </a:txBody>
                  <a:tcPr anchor="ctr"/>
                </a:tc>
              </a:tr>
              <a:tr h="0">
                <a:tc>
                  <a:txBody>
                    <a:bodyPr/>
                    <a:lstStyle/>
                    <a:p>
                      <a:r>
                        <a:rPr lang="en-IN" sz="2800"/>
                        <a:t>Monitoring</a:t>
                      </a:r>
                    </a:p>
                  </a:txBody>
                  <a:tcPr anchor="ctr"/>
                </a:tc>
                <a:tc>
                  <a:txBody>
                    <a:bodyPr/>
                    <a:lstStyle/>
                    <a:p>
                      <a:r>
                        <a:rPr lang="en-IN" sz="2800"/>
                        <a:t>Prometheus</a:t>
                      </a:r>
                    </a:p>
                  </a:txBody>
                  <a:tcPr anchor="ctr"/>
                </a:tc>
              </a:tr>
              <a:tr h="0">
                <a:tc>
                  <a:txBody>
                    <a:bodyPr/>
                    <a:lstStyle/>
                    <a:p>
                      <a:r>
                        <a:rPr lang="en-IN" sz="2800"/>
                        <a:t>Visualization</a:t>
                      </a:r>
                    </a:p>
                  </a:txBody>
                  <a:tcPr anchor="ctr"/>
                </a:tc>
                <a:tc>
                  <a:txBody>
                    <a:bodyPr/>
                    <a:lstStyle/>
                    <a:p>
                      <a:r>
                        <a:rPr lang="en-IN" sz="2800"/>
                        <a:t>Grafana</a:t>
                      </a:r>
                    </a:p>
                  </a:txBody>
                  <a:tcPr anchor="ctr"/>
                </a:tc>
              </a:tr>
              <a:tr h="0">
                <a:tc>
                  <a:txBody>
                    <a:bodyPr/>
                    <a:lstStyle/>
                    <a:p>
                      <a:r>
                        <a:rPr lang="en-IN" sz="2800"/>
                        <a:t>Cloud Platform</a:t>
                      </a:r>
                    </a:p>
                  </a:txBody>
                  <a:tcPr anchor="ctr"/>
                </a:tc>
                <a:tc>
                  <a:txBody>
                    <a:bodyPr/>
                    <a:lstStyle/>
                    <a:p>
                      <a:r>
                        <a:rPr lang="en-IN" sz="2800"/>
                        <a:t>AWS / GCP / Azure</a:t>
                      </a:r>
                    </a:p>
                  </a:txBody>
                  <a:tcPr anchor="ctr"/>
                </a:tc>
              </a:tr>
              <a:tr h="0">
                <a:tc>
                  <a:txBody>
                    <a:bodyPr/>
                    <a:lstStyle/>
                    <a:p>
                      <a:r>
                        <a:rPr lang="en-IN" sz="2800"/>
                        <a:t>Programming</a:t>
                      </a:r>
                    </a:p>
                  </a:txBody>
                  <a:tcPr anchor="ctr"/>
                </a:tc>
                <a:tc>
                  <a:txBody>
                    <a:bodyPr/>
                    <a:lstStyle/>
                    <a:p>
                      <a:r>
                        <a:rPr lang="en-IN" sz="2800"/>
                        <a:t>Node.js / Python / Java</a:t>
                      </a:r>
                    </a:p>
                  </a:txBody>
                  <a:tcPr anchor="ctr"/>
                </a:tc>
              </a:tr>
              <a:tr h="0">
                <a:tc>
                  <a:txBody>
                    <a:bodyPr/>
                    <a:lstStyle/>
                    <a:p>
                      <a:r>
                        <a:rPr lang="en-IN" sz="2800"/>
                        <a:t>CI/CD</a:t>
                      </a:r>
                    </a:p>
                  </a:txBody>
                  <a:tcPr anchor="ctr"/>
                </a:tc>
                <a:tc>
                  <a:txBody>
                    <a:bodyPr/>
                    <a:lstStyle/>
                    <a:p>
                      <a:r>
                        <a:rPr lang="en-IN" sz="2800" dirty="0"/>
                        <a:t>GitHub Actions</a:t>
                      </a:r>
                    </a:p>
                  </a:txBody>
                  <a:tcPr anchor="ctr"/>
                </a:tc>
              </a:tr>
            </a:tbl>
          </a:graphicData>
        </a:graphic>
      </p:graphicFrame>
    </p:spTree>
    <p:extLst>
      <p:ext uri="{BB962C8B-B14F-4D97-AF65-F5344CB8AC3E}">
        <p14:creationId xmlns:p14="http://schemas.microsoft.com/office/powerpoint/2010/main" val="3748247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88E3F48B-CEBB-CDB7-943D-7DF3862CB053}"/>
              </a:ext>
            </a:extLst>
          </p:cNvPr>
          <p:cNvSpPr>
            <a:spLocks noGrp="1"/>
          </p:cNvSpPr>
          <p:nvPr>
            <p:ph type="dt" sz="half" idx="10"/>
          </p:nvPr>
        </p:nvSpPr>
        <p:spPr/>
        <p:txBody>
          <a:bodyPr/>
          <a:lstStyle/>
          <a:p>
            <a:fld id="{63A3EE4F-D625-4D08-8985-41636378A49F}" type="datetime1">
              <a:rPr lang="en-IN" smtClean="0">
                <a:solidFill>
                  <a:prstClr val="black">
                    <a:tint val="75000"/>
                  </a:prstClr>
                </a:solidFill>
              </a:rPr>
              <a:t>11-02-2026</a:t>
            </a:fld>
            <a:endParaRPr lang="en-IN">
              <a:solidFill>
                <a:prstClr val="black">
                  <a:tint val="75000"/>
                </a:prstClr>
              </a:solidFill>
            </a:endParaRPr>
          </a:p>
        </p:txBody>
      </p:sp>
      <p:sp>
        <p:nvSpPr>
          <p:cNvPr id="3" name="Slide Number Placeholder 2">
            <a:extLst>
              <a:ext uri="{FF2B5EF4-FFF2-40B4-BE49-F238E27FC236}">
                <a16:creationId xmlns:a16="http://schemas.microsoft.com/office/drawing/2014/main" xmlns="" id="{89F55B06-6F85-8F4C-85F9-2715F64E150B}"/>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pPr/>
              <a:t>11</a:t>
            </a:fld>
            <a:endParaRPr lang="en-IN">
              <a:solidFill>
                <a:prstClr val="black">
                  <a:tint val="75000"/>
                </a:prstClr>
              </a:solidFill>
            </a:endParaRPr>
          </a:p>
        </p:txBody>
      </p:sp>
      <p:sp>
        <p:nvSpPr>
          <p:cNvPr id="4" name="TextBox 3">
            <a:extLst>
              <a:ext uri="{FF2B5EF4-FFF2-40B4-BE49-F238E27FC236}">
                <a16:creationId xmlns:a16="http://schemas.microsoft.com/office/drawing/2014/main" xmlns="" id="{5F9B5F57-9254-6775-DD6E-9B70E18AD837}"/>
              </a:ext>
            </a:extLst>
          </p:cNvPr>
          <p:cNvSpPr txBox="1"/>
          <p:nvPr/>
        </p:nvSpPr>
        <p:spPr>
          <a:xfrm>
            <a:off x="438581" y="831649"/>
            <a:ext cx="8411652"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u="sng" dirty="0"/>
              <a:t>System Requirement Specifications</a:t>
            </a:r>
            <a:endParaRPr lang="en-US" u="sng" dirty="0">
              <a:ea typeface="Calibri"/>
              <a:cs typeface="Calibri"/>
            </a:endParaRPr>
          </a:p>
          <a:p>
            <a:pPr algn="ctr"/>
            <a:endParaRPr lang="en-US" sz="2800" b="1" dirty="0"/>
          </a:p>
          <a:p>
            <a:r>
              <a:rPr lang="en-US" sz="2800" b="1" dirty="0"/>
              <a:t>Hardware Requirements</a:t>
            </a:r>
            <a:endParaRPr lang="en-US" sz="2800" b="1" dirty="0">
              <a:ea typeface="Calibri"/>
              <a:cs typeface="Calibri"/>
            </a:endParaRPr>
          </a:p>
          <a:p>
            <a:pPr marL="457200" indent="-457200">
              <a:buFont typeface="Arial" panose="020B0604020202020204" pitchFamily="34" charset="0"/>
              <a:buChar char="•"/>
            </a:pPr>
            <a:r>
              <a:rPr lang="en-IN" sz="2800" dirty="0"/>
              <a:t>8GB RAM (minimum)</a:t>
            </a:r>
          </a:p>
          <a:p>
            <a:pPr marL="457200" indent="-457200">
              <a:buFont typeface="Arial" panose="020B0604020202020204" pitchFamily="34" charset="0"/>
              <a:buChar char="•"/>
            </a:pPr>
            <a:r>
              <a:rPr lang="en-IN" sz="2800" dirty="0"/>
              <a:t>20GB storage</a:t>
            </a:r>
          </a:p>
          <a:p>
            <a:pPr marL="457200" indent="-457200">
              <a:buFont typeface="Arial" panose="020B0604020202020204" pitchFamily="34" charset="0"/>
              <a:buChar char="•"/>
            </a:pPr>
            <a:r>
              <a:rPr lang="en-IN" sz="2800" dirty="0"/>
              <a:t>Multi-core processor</a:t>
            </a:r>
          </a:p>
          <a:p>
            <a:r>
              <a:rPr lang="en-US" sz="2800" b="1" dirty="0" smtClean="0"/>
              <a:t>Software </a:t>
            </a:r>
            <a:r>
              <a:rPr lang="en-US" sz="2800" b="1" dirty="0"/>
              <a:t>Requirements</a:t>
            </a:r>
            <a:endParaRPr lang="en-US" sz="2800" b="1" dirty="0">
              <a:ea typeface="Calibri"/>
              <a:cs typeface="Calibri"/>
            </a:endParaRPr>
          </a:p>
          <a:p>
            <a:pPr marL="457200" indent="-457200">
              <a:buFont typeface="Arial" panose="020B0604020202020204" pitchFamily="34" charset="0"/>
              <a:buChar char="•"/>
            </a:pPr>
            <a:r>
              <a:rPr lang="en-IN" sz="2800" dirty="0"/>
              <a:t>Linux / Windows with WSL</a:t>
            </a:r>
          </a:p>
          <a:p>
            <a:pPr marL="457200" indent="-457200">
              <a:buFont typeface="Arial" panose="020B0604020202020204" pitchFamily="34" charset="0"/>
              <a:buChar char="•"/>
            </a:pPr>
            <a:r>
              <a:rPr lang="en-IN" sz="2800" dirty="0"/>
              <a:t>Docker installed</a:t>
            </a:r>
          </a:p>
          <a:p>
            <a:pPr marL="457200" indent="-457200">
              <a:buFont typeface="Arial" panose="020B0604020202020204" pitchFamily="34" charset="0"/>
              <a:buChar char="•"/>
            </a:pPr>
            <a:r>
              <a:rPr lang="en-IN" sz="2800" dirty="0"/>
              <a:t>Kubernetes (</a:t>
            </a:r>
            <a:r>
              <a:rPr lang="en-IN" sz="2800" dirty="0" err="1"/>
              <a:t>Minikube</a:t>
            </a:r>
            <a:r>
              <a:rPr lang="en-IN" sz="2800" dirty="0"/>
              <a:t> or cloud cluster)</a:t>
            </a:r>
          </a:p>
          <a:p>
            <a:pPr marL="457200" indent="-457200">
              <a:buFont typeface="Arial" panose="020B0604020202020204" pitchFamily="34" charset="0"/>
              <a:buChar char="•"/>
            </a:pPr>
            <a:r>
              <a:rPr lang="en-IN" sz="2800" dirty="0"/>
              <a:t>Internet connection</a:t>
            </a:r>
          </a:p>
        </p:txBody>
      </p:sp>
    </p:spTree>
    <p:extLst>
      <p:ext uri="{BB962C8B-B14F-4D97-AF65-F5344CB8AC3E}">
        <p14:creationId xmlns:p14="http://schemas.microsoft.com/office/powerpoint/2010/main" val="284736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8D3BD15-5A09-80F1-2870-E3C900DE0231}"/>
              </a:ext>
            </a:extLst>
          </p:cNvPr>
          <p:cNvSpPr>
            <a:spLocks noGrp="1"/>
          </p:cNvSpPr>
          <p:nvPr>
            <p:ph type="dt" sz="half" idx="10"/>
          </p:nvPr>
        </p:nvSpPr>
        <p:spPr/>
        <p:txBody>
          <a:bodyPr/>
          <a:lstStyle/>
          <a:p>
            <a:fld id="{63A3EE4F-D625-4D08-8985-41636378A49F}" type="datetime1">
              <a:rPr lang="en-IN" smtClean="0">
                <a:solidFill>
                  <a:prstClr val="black">
                    <a:tint val="75000"/>
                  </a:prstClr>
                </a:solidFill>
              </a:rPr>
              <a:t>11-02-2026</a:t>
            </a:fld>
            <a:endParaRPr lang="en-IN">
              <a:solidFill>
                <a:prstClr val="black">
                  <a:tint val="75000"/>
                </a:prstClr>
              </a:solidFill>
            </a:endParaRPr>
          </a:p>
        </p:txBody>
      </p:sp>
      <p:sp>
        <p:nvSpPr>
          <p:cNvPr id="3" name="Slide Number Placeholder 2">
            <a:extLst>
              <a:ext uri="{FF2B5EF4-FFF2-40B4-BE49-F238E27FC236}">
                <a16:creationId xmlns:a16="http://schemas.microsoft.com/office/drawing/2014/main" xmlns="" id="{10FF106F-A6F9-3B5A-95C9-37BD9989B880}"/>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pPr/>
              <a:t>12</a:t>
            </a:fld>
            <a:endParaRPr lang="en-IN">
              <a:solidFill>
                <a:prstClr val="black">
                  <a:tint val="75000"/>
                </a:prstClr>
              </a:solidFill>
            </a:endParaRPr>
          </a:p>
        </p:txBody>
      </p:sp>
      <p:sp>
        <p:nvSpPr>
          <p:cNvPr id="5" name="TextBox 4">
            <a:extLst>
              <a:ext uri="{FF2B5EF4-FFF2-40B4-BE49-F238E27FC236}">
                <a16:creationId xmlns:a16="http://schemas.microsoft.com/office/drawing/2014/main" xmlns="" id="{F1E77937-1172-1021-0690-0A909A0316A3}"/>
              </a:ext>
            </a:extLst>
          </p:cNvPr>
          <p:cNvSpPr txBox="1"/>
          <p:nvPr/>
        </p:nvSpPr>
        <p:spPr>
          <a:xfrm>
            <a:off x="416758" y="573146"/>
            <a:ext cx="8318090" cy="5502019"/>
          </a:xfrm>
          <a:prstGeom prst="rect">
            <a:avLst/>
          </a:prstGeom>
          <a:noFill/>
        </p:spPr>
        <p:txBody>
          <a:bodyPr wrap="square" lIns="91440" tIns="45720" rIns="91440" bIns="45720" anchor="t">
            <a:spAutoFit/>
          </a:bodyPr>
          <a:lstStyle/>
          <a:p>
            <a:pPr algn="ctr">
              <a:lnSpc>
                <a:spcPct val="115000"/>
              </a:lnSpc>
              <a:spcAft>
                <a:spcPts val="1000"/>
              </a:spcAft>
              <a:buNone/>
            </a:pPr>
            <a:r>
              <a:rPr lang="en-IN" sz="3200" b="1" u="sng" dirty="0">
                <a:solidFill>
                  <a:srgbClr val="000000"/>
                </a:solidFill>
                <a:effectLst/>
                <a:latin typeface="Times New Roman"/>
                <a:ea typeface="Book Antiqua" panose="02040602050305030304" pitchFamily="18" charset="0"/>
                <a:cs typeface="Times New Roman"/>
              </a:rPr>
              <a:t>Expected Outcomes</a:t>
            </a:r>
            <a:endParaRPr lang="en-IN" sz="3200" u="sng" dirty="0">
              <a:effectLst/>
              <a:latin typeface="Times New Roman"/>
              <a:ea typeface="Calibri" panose="020F0502020204030204" pitchFamily="34" charset="0"/>
              <a:cs typeface="Times New Roman"/>
            </a:endParaRPr>
          </a:p>
          <a:p>
            <a:pPr>
              <a:buFont typeface="Arial" panose="05000000000000000000" pitchFamily="2" charset="2"/>
              <a:buChar char="•"/>
            </a:pPr>
            <a:endParaRPr lang="en-US" sz="2400" dirty="0">
              <a:ea typeface="Calibri"/>
              <a:cs typeface="Calibri"/>
            </a:endParaRPr>
          </a:p>
          <a:p>
            <a:pPr marL="342900" indent="-342900">
              <a:buFont typeface="Arial" panose="020B0604020202020204" pitchFamily="34" charset="0"/>
              <a:buChar char="•"/>
            </a:pPr>
            <a:r>
              <a:rPr lang="en-IN" sz="2400" dirty="0" smtClean="0"/>
              <a:t>Automatically </a:t>
            </a:r>
            <a:r>
              <a:rPr lang="en-IN" sz="2400" dirty="0"/>
              <a:t>scale during high </a:t>
            </a:r>
            <a:r>
              <a:rPr lang="en-IN" sz="2400" dirty="0" smtClean="0"/>
              <a:t>traffic</a:t>
            </a:r>
          </a:p>
          <a:p>
            <a:pPr marL="342900" indent="-342900">
              <a:buFont typeface="Arial" panose="020B0604020202020204" pitchFamily="34" charset="0"/>
              <a:buChar char="•"/>
            </a:pPr>
            <a:r>
              <a:rPr lang="en-IN" sz="2400" dirty="0"/>
              <a:t/>
            </a:r>
            <a:br>
              <a:rPr lang="en-IN" sz="2400" dirty="0"/>
            </a:br>
            <a:r>
              <a:rPr lang="en-IN" sz="2400" dirty="0" smtClean="0"/>
              <a:t> </a:t>
            </a:r>
            <a:r>
              <a:rPr lang="en-IN" sz="2400" dirty="0"/>
              <a:t>Reduce </a:t>
            </a:r>
            <a:r>
              <a:rPr lang="en-IN" sz="2400" dirty="0" smtClean="0"/>
              <a:t>downtime</a:t>
            </a:r>
          </a:p>
          <a:p>
            <a:pPr marL="342900" indent="-342900">
              <a:buFont typeface="Arial" panose="020B0604020202020204" pitchFamily="34" charset="0"/>
              <a:buChar char="•"/>
            </a:pPr>
            <a:r>
              <a:rPr lang="en-IN" sz="2400" dirty="0"/>
              <a:t/>
            </a:r>
            <a:br>
              <a:rPr lang="en-IN" sz="2400" dirty="0"/>
            </a:br>
            <a:r>
              <a:rPr lang="en-IN" sz="2400" dirty="0" smtClean="0"/>
              <a:t> </a:t>
            </a:r>
            <a:r>
              <a:rPr lang="en-IN" sz="2400" dirty="0"/>
              <a:t>Restart failed </a:t>
            </a:r>
            <a:r>
              <a:rPr lang="en-IN" sz="2400" dirty="0" smtClean="0"/>
              <a:t>containers</a:t>
            </a:r>
          </a:p>
          <a:p>
            <a:pPr marL="342900" indent="-342900">
              <a:buFont typeface="Arial" panose="020B0604020202020204" pitchFamily="34" charset="0"/>
              <a:buChar char="•"/>
            </a:pPr>
            <a:r>
              <a:rPr lang="en-IN" sz="2400" dirty="0"/>
              <a:t/>
            </a:r>
            <a:br>
              <a:rPr lang="en-IN" sz="2400" dirty="0"/>
            </a:br>
            <a:r>
              <a:rPr lang="en-IN" sz="2400" dirty="0" smtClean="0"/>
              <a:t> </a:t>
            </a:r>
            <a:r>
              <a:rPr lang="en-IN" sz="2400" dirty="0"/>
              <a:t>Optimize resource </a:t>
            </a:r>
            <a:r>
              <a:rPr lang="en-IN" sz="2400" dirty="0" smtClean="0"/>
              <a:t>utilization</a:t>
            </a:r>
          </a:p>
          <a:p>
            <a:pPr marL="342900" indent="-342900">
              <a:buFont typeface="Arial" panose="020B0604020202020204" pitchFamily="34" charset="0"/>
              <a:buChar char="•"/>
            </a:pPr>
            <a:r>
              <a:rPr lang="en-IN" sz="2400" dirty="0"/>
              <a:t/>
            </a:r>
            <a:br>
              <a:rPr lang="en-IN" sz="2400" dirty="0"/>
            </a:br>
            <a:r>
              <a:rPr lang="en-IN" sz="2400" dirty="0" smtClean="0"/>
              <a:t> </a:t>
            </a:r>
            <a:r>
              <a:rPr lang="en-IN" sz="2400" dirty="0"/>
              <a:t>Provide real-time performance </a:t>
            </a:r>
            <a:r>
              <a:rPr lang="en-IN" sz="2400" dirty="0" smtClean="0"/>
              <a:t>insights</a:t>
            </a:r>
          </a:p>
          <a:p>
            <a:pPr marL="342900" indent="-342900">
              <a:buFont typeface="Arial" panose="020B0604020202020204" pitchFamily="34" charset="0"/>
              <a:buChar char="•"/>
            </a:pPr>
            <a:r>
              <a:rPr lang="en-IN" sz="2400" dirty="0"/>
              <a:t/>
            </a:r>
            <a:br>
              <a:rPr lang="en-IN" sz="2400" dirty="0"/>
            </a:br>
            <a:r>
              <a:rPr lang="en-IN" sz="2400" dirty="0" smtClean="0"/>
              <a:t> </a:t>
            </a:r>
            <a:r>
              <a:rPr lang="en-IN" sz="2400" dirty="0"/>
              <a:t>Reduce manual intervention</a:t>
            </a:r>
            <a:endParaRPr lang="en-US" sz="2000" dirty="0">
              <a:ea typeface="Calibri"/>
              <a:cs typeface="Calibri"/>
            </a:endParaRPr>
          </a:p>
          <a:p>
            <a:pPr>
              <a:lnSpc>
                <a:spcPct val="115000"/>
              </a:lnSpc>
              <a:spcAft>
                <a:spcPts val="1000"/>
              </a:spcAft>
              <a:buNone/>
            </a:pPr>
            <a:endParaRPr lang="en-IN" sz="16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621636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7F218C1-51F4-AC5C-6DE1-2DBCEBEC4D95}"/>
              </a:ext>
            </a:extLst>
          </p:cNvPr>
          <p:cNvSpPr>
            <a:spLocks noGrp="1"/>
          </p:cNvSpPr>
          <p:nvPr>
            <p:ph type="dt" sz="half" idx="10"/>
          </p:nvPr>
        </p:nvSpPr>
        <p:spPr/>
        <p:txBody>
          <a:bodyPr/>
          <a:lstStyle/>
          <a:p>
            <a:fld id="{63A3EE4F-D625-4D08-8985-41636378A49F}" type="datetime1">
              <a:rPr lang="en-IN" smtClean="0">
                <a:solidFill>
                  <a:prstClr val="black">
                    <a:tint val="75000"/>
                  </a:prstClr>
                </a:solidFill>
              </a:rPr>
              <a:t>11-02-2026</a:t>
            </a:fld>
            <a:endParaRPr lang="en-IN">
              <a:solidFill>
                <a:prstClr val="black">
                  <a:tint val="75000"/>
                </a:prstClr>
              </a:solidFill>
            </a:endParaRPr>
          </a:p>
        </p:txBody>
      </p:sp>
      <p:sp>
        <p:nvSpPr>
          <p:cNvPr id="3" name="Slide Number Placeholder 2">
            <a:extLst>
              <a:ext uri="{FF2B5EF4-FFF2-40B4-BE49-F238E27FC236}">
                <a16:creationId xmlns:a16="http://schemas.microsoft.com/office/drawing/2014/main" xmlns="" id="{A1B5009E-2660-FD5F-09E9-D995E1A13BC3}"/>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pPr/>
              <a:t>13</a:t>
            </a:fld>
            <a:endParaRPr lang="en-IN">
              <a:solidFill>
                <a:prstClr val="black">
                  <a:tint val="75000"/>
                </a:prstClr>
              </a:solidFill>
            </a:endParaRPr>
          </a:p>
        </p:txBody>
      </p:sp>
      <p:sp>
        <p:nvSpPr>
          <p:cNvPr id="4" name="TextBox 3">
            <a:extLst>
              <a:ext uri="{FF2B5EF4-FFF2-40B4-BE49-F238E27FC236}">
                <a16:creationId xmlns:a16="http://schemas.microsoft.com/office/drawing/2014/main" xmlns="" id="{CF96A024-C210-192C-9BD3-E91BE0999A75}"/>
              </a:ext>
            </a:extLst>
          </p:cNvPr>
          <p:cNvSpPr txBox="1"/>
          <p:nvPr/>
        </p:nvSpPr>
        <p:spPr>
          <a:xfrm>
            <a:off x="304111" y="748898"/>
            <a:ext cx="8494403" cy="47705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u="sng" dirty="0"/>
              <a:t>Applications of the Project</a:t>
            </a:r>
            <a:endParaRPr lang="en-US" u="sng" dirty="0">
              <a:ea typeface="Calibri"/>
              <a:cs typeface="Calibri"/>
            </a:endParaRPr>
          </a:p>
          <a:p>
            <a:pPr algn="ctr"/>
            <a:endParaRPr lang="en-US" sz="3200" b="1" dirty="0"/>
          </a:p>
          <a:p>
            <a:pPr marL="342900" indent="-342900">
              <a:buFont typeface="Arial" panose="020B0604020202020204" pitchFamily="34" charset="0"/>
              <a:buChar char="•"/>
            </a:pPr>
            <a:r>
              <a:rPr lang="en-IN" sz="2400" dirty="0"/>
              <a:t>E-commerce platforms</a:t>
            </a:r>
          </a:p>
          <a:p>
            <a:pPr marL="342900" indent="-342900">
              <a:buFont typeface="Arial" panose="020B0604020202020204" pitchFamily="34" charset="0"/>
              <a:buChar char="•"/>
            </a:pPr>
            <a:r>
              <a:rPr lang="en-IN" sz="2400" dirty="0"/>
              <a:t>Online learning systems</a:t>
            </a:r>
          </a:p>
          <a:p>
            <a:pPr marL="342900" indent="-342900">
              <a:buFont typeface="Arial" panose="020B0604020202020204" pitchFamily="34" charset="0"/>
              <a:buChar char="•"/>
            </a:pPr>
            <a:r>
              <a:rPr lang="en-IN" sz="2400" dirty="0"/>
              <a:t>Banking applications</a:t>
            </a:r>
          </a:p>
          <a:p>
            <a:pPr marL="342900" indent="-342900">
              <a:buFont typeface="Arial" panose="020B0604020202020204" pitchFamily="34" charset="0"/>
              <a:buChar char="•"/>
            </a:pPr>
            <a:r>
              <a:rPr lang="en-IN" sz="2400" dirty="0"/>
              <a:t>Streaming services</a:t>
            </a:r>
          </a:p>
          <a:p>
            <a:pPr marL="342900" indent="-342900">
              <a:buFont typeface="Arial" panose="020B0604020202020204" pitchFamily="34" charset="0"/>
              <a:buChar char="•"/>
            </a:pPr>
            <a:r>
              <a:rPr lang="en-IN" sz="2400" dirty="0"/>
              <a:t>Enterprise SaaS platforms</a:t>
            </a:r>
          </a:p>
          <a:p>
            <a:pPr marL="342900" indent="-342900">
              <a:buFont typeface="Arial" panose="020B0604020202020204" pitchFamily="34" charset="0"/>
              <a:buChar char="•"/>
            </a:pPr>
            <a:r>
              <a:rPr lang="en-IN" sz="2400" dirty="0"/>
              <a:t>Government service portals</a:t>
            </a:r>
          </a:p>
          <a:p>
            <a:pPr marL="342900" indent="-342900">
              <a:buFont typeface="Arial" panose="020B0604020202020204" pitchFamily="34" charset="0"/>
              <a:buChar char="•"/>
            </a:pPr>
            <a:r>
              <a:rPr lang="en-IN" sz="2400" dirty="0"/>
              <a:t>Any system requiring:</a:t>
            </a:r>
          </a:p>
          <a:p>
            <a:pPr marL="342900" indent="-342900">
              <a:buFont typeface="Arial" panose="020B0604020202020204" pitchFamily="34" charset="0"/>
              <a:buChar char="•"/>
            </a:pPr>
            <a:r>
              <a:rPr lang="en-IN" sz="2400" dirty="0"/>
              <a:t>High availability</a:t>
            </a:r>
          </a:p>
          <a:p>
            <a:pPr marL="342900" indent="-342900">
              <a:buFont typeface="Arial" panose="020B0604020202020204" pitchFamily="34" charset="0"/>
              <a:buChar char="•"/>
            </a:pPr>
            <a:r>
              <a:rPr lang="en-IN" sz="2400" dirty="0"/>
              <a:t>Continuous uptime</a:t>
            </a:r>
          </a:p>
          <a:p>
            <a:pPr marL="342900" indent="-342900">
              <a:buFont typeface="Arial" panose="020B0604020202020204" pitchFamily="34" charset="0"/>
              <a:buChar char="•"/>
            </a:pPr>
            <a:r>
              <a:rPr lang="en-IN" sz="2400" dirty="0"/>
              <a:t>Large-scale traffic handling</a:t>
            </a:r>
          </a:p>
        </p:txBody>
      </p:sp>
    </p:spTree>
    <p:extLst>
      <p:ext uri="{BB962C8B-B14F-4D97-AF65-F5344CB8AC3E}">
        <p14:creationId xmlns:p14="http://schemas.microsoft.com/office/powerpoint/2010/main" val="1619345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21E3E36-B5A8-FCBB-835A-88D0E09E6F65}"/>
              </a:ext>
            </a:extLst>
          </p:cNvPr>
          <p:cNvSpPr>
            <a:spLocks noGrp="1"/>
          </p:cNvSpPr>
          <p:nvPr>
            <p:ph type="dt" sz="half" idx="10"/>
          </p:nvPr>
        </p:nvSpPr>
        <p:spPr/>
        <p:txBody>
          <a:bodyPr/>
          <a:lstStyle/>
          <a:p>
            <a:fld id="{63A3EE4F-D625-4D08-8985-41636378A49F}" type="datetime1">
              <a:rPr lang="en-IN" smtClean="0">
                <a:solidFill>
                  <a:prstClr val="black">
                    <a:tint val="75000"/>
                  </a:prstClr>
                </a:solidFill>
              </a:rPr>
              <a:t>11-02-2026</a:t>
            </a:fld>
            <a:endParaRPr lang="en-IN">
              <a:solidFill>
                <a:prstClr val="black">
                  <a:tint val="75000"/>
                </a:prstClr>
              </a:solidFill>
            </a:endParaRPr>
          </a:p>
        </p:txBody>
      </p:sp>
      <p:sp>
        <p:nvSpPr>
          <p:cNvPr id="3" name="Slide Number Placeholder 2">
            <a:extLst>
              <a:ext uri="{FF2B5EF4-FFF2-40B4-BE49-F238E27FC236}">
                <a16:creationId xmlns:a16="http://schemas.microsoft.com/office/drawing/2014/main" xmlns="" id="{8EB25D49-BFC3-70B3-A6EF-23360A0A4668}"/>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pPr/>
              <a:t>14</a:t>
            </a:fld>
            <a:endParaRPr lang="en-IN">
              <a:solidFill>
                <a:prstClr val="black">
                  <a:tint val="75000"/>
                </a:prstClr>
              </a:solidFill>
            </a:endParaRPr>
          </a:p>
        </p:txBody>
      </p:sp>
      <p:sp>
        <p:nvSpPr>
          <p:cNvPr id="5" name="TextBox 4">
            <a:extLst>
              <a:ext uri="{FF2B5EF4-FFF2-40B4-BE49-F238E27FC236}">
                <a16:creationId xmlns:a16="http://schemas.microsoft.com/office/drawing/2014/main" xmlns="" id="{61A99D5B-4D1D-4F12-0831-E26BE04DEC84}"/>
              </a:ext>
            </a:extLst>
          </p:cNvPr>
          <p:cNvSpPr txBox="1"/>
          <p:nvPr/>
        </p:nvSpPr>
        <p:spPr>
          <a:xfrm>
            <a:off x="250350" y="691226"/>
            <a:ext cx="8632723" cy="5632311"/>
          </a:xfrm>
          <a:prstGeom prst="rect">
            <a:avLst/>
          </a:prstGeom>
          <a:noFill/>
        </p:spPr>
        <p:txBody>
          <a:bodyPr wrap="square" lIns="91440" tIns="45720" rIns="91440" bIns="45720" anchor="t">
            <a:spAutoFit/>
          </a:bodyPr>
          <a:lstStyle/>
          <a:p>
            <a:pPr algn="ctr">
              <a:buNone/>
            </a:pPr>
            <a:r>
              <a:rPr lang="en-US" sz="3600" b="1" u="sng" dirty="0" smtClean="0"/>
              <a:t>Conclusion</a:t>
            </a:r>
          </a:p>
          <a:p>
            <a:pPr algn="ctr">
              <a:buNone/>
            </a:pPr>
            <a:endParaRPr lang="en-US" sz="3600" b="1" u="sng" dirty="0" smtClean="0">
              <a:ea typeface="Calibri"/>
              <a:cs typeface="Calibri"/>
            </a:endParaRPr>
          </a:p>
          <a:p>
            <a:r>
              <a:rPr lang="en-GB" sz="2400" dirty="0"/>
              <a:t>The Cloud-Native Auto-Scaling and Self-Healing Application Platform demonstrates the practical implementation of modern cloud computing principles. By integrating containerization, orchestration, monitoring, and automated recovery mechanisms, the system ensures high availability, scalability, and resilience. The project highlights how intelligent infrastructure management can reduce downtime, optimize resource usage, and minimize operational costs. Overall, the platform provides a robust solution suitable for modern distributed applications that require continuous availability and performance reliability.</a:t>
            </a:r>
          </a:p>
          <a:p>
            <a:endParaRPr lang="en-US" sz="2400" dirty="0" smtClean="0">
              <a:ea typeface="+mn-lt"/>
              <a:cs typeface="+mn-lt"/>
            </a:endParaRPr>
          </a:p>
          <a:p>
            <a:endParaRPr lang="en-US" sz="2400" dirty="0">
              <a:ea typeface="Calibri"/>
              <a:cs typeface="Calibri"/>
            </a:endParaRPr>
          </a:p>
        </p:txBody>
      </p:sp>
    </p:spTree>
    <p:extLst>
      <p:ext uri="{BB962C8B-B14F-4D97-AF65-F5344CB8AC3E}">
        <p14:creationId xmlns:p14="http://schemas.microsoft.com/office/powerpoint/2010/main" val="1178406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5C85B13-0D98-99E9-9691-8C880C32EAD0}"/>
              </a:ext>
            </a:extLst>
          </p:cNvPr>
          <p:cNvSpPr>
            <a:spLocks noGrp="1"/>
          </p:cNvSpPr>
          <p:nvPr>
            <p:ph type="dt" sz="half" idx="10"/>
          </p:nvPr>
        </p:nvSpPr>
        <p:spPr/>
        <p:txBody>
          <a:bodyPr/>
          <a:lstStyle/>
          <a:p>
            <a:fld id="{63A3EE4F-D625-4D08-8985-41636378A49F}" type="datetime1">
              <a:rPr lang="en-IN" smtClean="0">
                <a:solidFill>
                  <a:prstClr val="black">
                    <a:tint val="75000"/>
                  </a:prstClr>
                </a:solidFill>
              </a:rPr>
              <a:t>11-02-2026</a:t>
            </a:fld>
            <a:endParaRPr lang="en-IN">
              <a:solidFill>
                <a:prstClr val="black">
                  <a:tint val="75000"/>
                </a:prstClr>
              </a:solidFill>
            </a:endParaRPr>
          </a:p>
        </p:txBody>
      </p:sp>
      <p:sp>
        <p:nvSpPr>
          <p:cNvPr id="3" name="Slide Number Placeholder 2">
            <a:extLst>
              <a:ext uri="{FF2B5EF4-FFF2-40B4-BE49-F238E27FC236}">
                <a16:creationId xmlns:a16="http://schemas.microsoft.com/office/drawing/2014/main" xmlns="" id="{FFB84D31-4424-2FCC-E424-D58876DFCD3D}"/>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pPr/>
              <a:t>15</a:t>
            </a:fld>
            <a:endParaRPr lang="en-IN">
              <a:solidFill>
                <a:prstClr val="black">
                  <a:tint val="75000"/>
                </a:prstClr>
              </a:solidFill>
            </a:endParaRPr>
          </a:p>
        </p:txBody>
      </p:sp>
      <p:sp>
        <p:nvSpPr>
          <p:cNvPr id="5" name="TextBox 4">
            <a:extLst>
              <a:ext uri="{FF2B5EF4-FFF2-40B4-BE49-F238E27FC236}">
                <a16:creationId xmlns:a16="http://schemas.microsoft.com/office/drawing/2014/main" xmlns="" id="{AE27A220-291D-E6C5-1A66-883EA0DD5CE6}"/>
              </a:ext>
            </a:extLst>
          </p:cNvPr>
          <p:cNvSpPr txBox="1"/>
          <p:nvPr/>
        </p:nvSpPr>
        <p:spPr>
          <a:xfrm>
            <a:off x="270758" y="991667"/>
            <a:ext cx="8593394" cy="5948808"/>
          </a:xfrm>
          <a:prstGeom prst="rect">
            <a:avLst/>
          </a:prstGeom>
          <a:noFill/>
        </p:spPr>
        <p:txBody>
          <a:bodyPr wrap="square" lIns="91440" tIns="45720" rIns="91440" bIns="45720" anchor="t">
            <a:spAutoFit/>
          </a:bodyPr>
          <a:lstStyle/>
          <a:p>
            <a:pPr algn="ctr">
              <a:lnSpc>
                <a:spcPct val="115000"/>
              </a:lnSpc>
              <a:spcAft>
                <a:spcPts val="1000"/>
              </a:spcAft>
              <a:buNone/>
            </a:pPr>
            <a:r>
              <a:rPr lang="en-IN" sz="3200" b="1" u="sng" dirty="0" smtClean="0">
                <a:solidFill>
                  <a:srgbClr val="000000"/>
                </a:solidFill>
                <a:effectLst/>
                <a:latin typeface="Times New Roman"/>
                <a:ea typeface="Book Antiqua" panose="02040602050305030304" pitchFamily="18" charset="0"/>
                <a:cs typeface="Times New Roman"/>
              </a:rPr>
              <a:t>References</a:t>
            </a:r>
            <a:endParaRPr lang="en-IN" sz="3200" u="sng" dirty="0" smtClean="0">
              <a:effectLst/>
              <a:latin typeface="Times New Roman"/>
              <a:ea typeface="Calibri" panose="020F0502020204030204" pitchFamily="34" charset="0"/>
              <a:cs typeface="Times New Roman"/>
            </a:endParaRPr>
          </a:p>
          <a:p>
            <a:r>
              <a:rPr lang="en-IN" sz="2400" b="1" dirty="0" smtClean="0"/>
              <a:t>[</a:t>
            </a:r>
            <a:r>
              <a:rPr lang="en-IN" sz="2400" dirty="0"/>
              <a:t>[1] B. Burns, B. Grant, D. Oppenheimer, E. Brewer, and J. Wilkes, “Borg, Omega, and Kubernetes,” </a:t>
            </a:r>
            <a:r>
              <a:rPr lang="en-IN" sz="2400" i="1" dirty="0"/>
              <a:t>Communications of the ACM</a:t>
            </a:r>
            <a:r>
              <a:rPr lang="en-IN" sz="2400" dirty="0"/>
              <a:t>, vol. 59, no. 5, pp. 50–57, 2016.</a:t>
            </a:r>
          </a:p>
          <a:p>
            <a:r>
              <a:rPr lang="en-IN" sz="2400" dirty="0"/>
              <a:t>[2] The Linux Foundation, “Kubernetes Documentation,” Cloud Native Computing Foundation (CNCF), 2023.</a:t>
            </a:r>
          </a:p>
          <a:p>
            <a:r>
              <a:rPr lang="en-IN" sz="2400" dirty="0"/>
              <a:t>[3] Docker Inc., “Docker Documentation,” 2023.</a:t>
            </a:r>
          </a:p>
          <a:p>
            <a:r>
              <a:rPr lang="en-IN" sz="2400" dirty="0"/>
              <a:t>[4] B. </a:t>
            </a:r>
            <a:r>
              <a:rPr lang="en-IN" sz="2400" dirty="0" err="1"/>
              <a:t>Hindman</a:t>
            </a:r>
            <a:r>
              <a:rPr lang="en-IN" sz="2400" dirty="0"/>
              <a:t> et al., “</a:t>
            </a:r>
            <a:r>
              <a:rPr lang="en-IN" sz="2400" dirty="0" err="1"/>
              <a:t>Mesos</a:t>
            </a:r>
            <a:r>
              <a:rPr lang="en-IN" sz="2400" dirty="0"/>
              <a:t>: A Platform for Fine-Grained Resource Sharing in the Data </a:t>
            </a:r>
            <a:r>
              <a:rPr lang="en-IN" sz="2400" dirty="0" err="1"/>
              <a:t>Center</a:t>
            </a:r>
            <a:r>
              <a:rPr lang="en-IN" sz="2400" dirty="0"/>
              <a:t>,” in </a:t>
            </a:r>
            <a:r>
              <a:rPr lang="en-IN" sz="2400" i="1" dirty="0"/>
              <a:t>Proceedings of the 8th USENIX Symposium on Networked Systems Design and Implementation (NSDI)</a:t>
            </a:r>
            <a:r>
              <a:rPr lang="en-IN" sz="2400" dirty="0"/>
              <a:t>, 2011.</a:t>
            </a:r>
          </a:p>
          <a:p>
            <a:r>
              <a:rPr lang="en-IN" sz="2400" dirty="0"/>
              <a:t>[5] T. </a:t>
            </a:r>
            <a:r>
              <a:rPr lang="en-IN" sz="2400" dirty="0" err="1"/>
              <a:t>Limoncelli</a:t>
            </a:r>
            <a:r>
              <a:rPr lang="en-IN" sz="2400" dirty="0"/>
              <a:t>, S. </a:t>
            </a:r>
            <a:r>
              <a:rPr lang="en-IN" sz="2400" dirty="0" err="1"/>
              <a:t>Chalup</a:t>
            </a:r>
            <a:r>
              <a:rPr lang="en-IN" sz="2400" dirty="0"/>
              <a:t>, and C. Hogan, </a:t>
            </a:r>
            <a:r>
              <a:rPr lang="en-IN" sz="2400" i="1" dirty="0"/>
              <a:t>The Practice of Cloud System Administration</a:t>
            </a:r>
            <a:r>
              <a:rPr lang="en-IN" sz="2400" dirty="0"/>
              <a:t>, Addison-Wesley, 2014.</a:t>
            </a:r>
          </a:p>
          <a:p>
            <a:pPr>
              <a:lnSpc>
                <a:spcPct val="114999"/>
              </a:lnSpc>
              <a:spcAft>
                <a:spcPts val="1000"/>
              </a:spcAft>
              <a:buNone/>
            </a:pPr>
            <a:endParaRPr lang="en-IN" b="1" dirty="0">
              <a:solidFill>
                <a:srgbClr val="000000"/>
              </a:solidFill>
              <a:effectLst/>
              <a:latin typeface="Times New Roman"/>
              <a:ea typeface="Calibri" panose="020F0502020204030204" pitchFamily="34" charset="0"/>
              <a:cs typeface="Times New Roman"/>
            </a:endParaRPr>
          </a:p>
          <a:p>
            <a:pPr>
              <a:lnSpc>
                <a:spcPct val="115000"/>
              </a:lnSpc>
              <a:spcAft>
                <a:spcPts val="1000"/>
              </a:spcAft>
              <a:buNone/>
            </a:pPr>
            <a:endParaRPr lang="en-IN" sz="16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6011144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1003</Words>
  <Application>Microsoft Office PowerPoint</Application>
  <PresentationFormat>On-screen Show (4:3)</PresentationFormat>
  <Paragraphs>169</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Principal</dc:creator>
  <cp:lastModifiedBy>Tavish S Kishore</cp:lastModifiedBy>
  <cp:revision>6</cp:revision>
  <dcterms:created xsi:type="dcterms:W3CDTF">2019-02-22T15:27:18Z</dcterms:created>
  <dcterms:modified xsi:type="dcterms:W3CDTF">2026-02-11T10:17:36Z</dcterms:modified>
</cp:coreProperties>
</file>